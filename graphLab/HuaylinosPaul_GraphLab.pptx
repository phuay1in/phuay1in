
<file path=[Content_Types].xml><?xml version="1.0" encoding="utf-8"?>
<Types xmlns="http://schemas.openxmlformats.org/package/2006/content-types">
  <Default Extension="doc" ContentType="application/msword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</p:sldIdLst>
  <p:sldSz cx="6858000" cy="9144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94660"/>
  </p:normalViewPr>
  <p:slideViewPr>
    <p:cSldViewPr>
      <p:cViewPr varScale="1">
        <p:scale>
          <a:sx n="88" d="100"/>
          <a:sy n="88" d="100"/>
        </p:scale>
        <p:origin x="2772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25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820 152 24575,'-1'-2'0,"1"1"0,-1 0 0,1-1 0,-1 1 0,0 0 0,0 0 0,1 0 0,-1-1 0,0 1 0,0 0 0,0 0 0,0 0 0,-1 0 0,1 1 0,0-1 0,0 0 0,0 0 0,-1 1 0,1-1 0,0 1 0,-1-1 0,1 1 0,0-1 0,-1 1 0,1 0 0,-1 0 0,-1-1 0,-47-4 0,44 5 0,-29-3 0,-1 1 0,1 2 0,-1 2 0,1 1 0,0 1 0,0 3 0,0 0 0,-40 15 0,20-6 0,45-14 0,0 0 0,0 1 0,0 0 0,0 1 0,0 0 0,-11 7 0,-3 4 0,15-10 0,0 0 0,0 1 0,0 0 0,1 0 0,-1 1 0,2 1 0,-1-1 0,1 1 0,0 0 0,1 1 0,-9 13 0,-14 30 0,12-21 0,0 0 0,-17 46 0,31-69 0,0 0 0,1 0 0,0 0 0,1 1 0,-1-1 0,2 0 0,-1 1 0,1-1 0,0 0 0,1 1 0,0-1 0,0 0 0,1 1 0,0-1 0,4 10 0,-3-12 0,0-1 0,0 0 0,0-1 0,1 1 0,0 0 0,0-1 0,0 0 0,1 0 0,-1 0 0,1-1 0,0 0 0,0 0 0,0 0 0,11 4 0,8 3 0,1-2 0,29 6 0,-3-1 0,-22-5 0,1-1 0,0-2 0,62 4 0,95-11 0,-65-1 0,-91 4 0,1-1 0,0-1 0,0-2 0,-1-2 0,1-1 0,50-16 0,-75 20 0,0-1 0,0 0 0,-1 0 0,1-1 0,-1 1 0,0-2 0,0 1 0,0-1 0,-1 0 0,1 0 0,-1 0 0,-1-1 0,1 0 0,-1 0 0,0 0 0,0 0 0,0-1 0,-1 1 0,0-1 0,0 0 0,-1 0 0,0 0 0,0 0 0,-1-1 0,1-9 0,2-32 0,-1 1 0,-9-93 0,3 124 0,0-1 0,-1 1 0,-1 0 0,-1 0 0,0 0 0,-1 1 0,-1 0 0,0 0 0,-1 1 0,-1 0 0,0 1 0,-2 0 0,1 0 0,-1 1 0,-1 1 0,-27-20 0,32 25 0,0 1 0,-1 0 0,0 1 0,0 0 0,0 0 0,-1 1 0,0 0 0,0 1 0,0 0 0,0 0 0,0 1 0,-12-1 0,-102-21-1365,100 22-5461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27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24575,'0'5'0,"0"7"0,0 7 0,0 5 0,0 3 0,0 3 0,0-4-8191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29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24575,'0'5'0,"0"7"0,0 6 0,0 6 0,0-2-8191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30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24575,'0'5'0,"0"7"0,0 7 0,0 4 0,0 5 0,0 1 0,-5-3 0,-2-6-8191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32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24575,'0'5'0,"0"7"0,0 7 0,0 4 0,0 5 0,0 1 0,0 3 0,-5-6 0,-1-1 0,-1-6-8191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33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24575,'5'0'0,"2"5"0,-1 7 0,-1 6 0,-1 6 0,-2 3 0,-1 3 0,0 1 0,-1 1 0,0-6-8191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34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24575,'0'5'0,"0"7"0,0 7 0,0 5 0,0 3 0,0 3 0,0 1 0,0 0 0,0 1 0,0-1 0,0-5-8191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36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24575,'0'5'0,"0"7"0,0 7 0,0 4 0,0 5 0,0 2 0,0 1 0,-5-5 0,-2-1 0,1 0 0,0 0 0,3-3-8191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45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1242 49 24575,'-637'0'0,"606"2"0,0 2 0,1 2 0,-1 0 0,1 2 0,-40 17 0,48-15 0,1 1 0,0 1 0,1 1 0,0 0 0,1 2 0,-21 20 0,31-23 0,1 0 0,0 0 0,0 1 0,1 0 0,1 0 0,0 1 0,1 0 0,0 0 0,-3 20 0,-8 18 0,-12 14 0,20-50 0,1-1 0,1 1 0,0 0 0,2 1 0,-1-1 0,-3 35 0,-7 86 0,8-82 0,-2 56 0,8-86 0,-2 0 0,-7 32 0,4-31 0,-3 52 0,9-66 0,0 1 0,1 0 0,0-1 0,1 1 0,0-1 0,1 1 0,0-1 0,1 0 0,7 14 0,-3-11 0,1 0 0,0-1 0,1-1 0,1 1 0,0-2 0,18 17 0,-7-11 0,1 0 0,1-2 0,40 22 0,-14-9 0,-33-20 0,-1-1 0,1-1 0,1 0 0,-1-1 0,1-1 0,0-1 0,1 0 0,26 1 0,20-2 0,72-5 0,-32-1 0,-8 4 0,107-3 0,-192-1 0,0 0 0,0 0 0,0-1 0,0 0 0,-1-1 0,0-1 0,0 0 0,0 0 0,14-13 0,-11 10 0,0-1 0,1 2 0,0 0 0,22-8 0,6 0 0,1-2 0,56-33 0,-64 28 0,0-2 0,-1-1 0,-2-2 0,44-45 0,-63 57 0,-1-1 0,0-1 0,18-33 0,20-27 0,-43 65 0,0-1 0,-1 0 0,-1 0 0,0 0 0,-1-1 0,-1 0 0,5-25 0,-6 23 0,4-24 0,-2-1 0,-2 0 0,-2 0 0,-8-83 0,6 115 0,-1 0 0,-1 0 0,0 0 0,0 0 0,-1 1 0,0-1 0,-1 1 0,0 0 0,0 0 0,-8-10 0,-11-10 0,-40-38 0,41 43 0,-12-11 0,-1 1 0,-2 2 0,-50-31 0,69 52 0,-1 2 0,-1 1 0,1 0 0,-42-9 0,17 5 0,-38-15 0,36 11 0,-73-15 0,91 28 27,-1 1 1,-50 3-1,58 0-268,0 0-1,-1-1 1,1-1 0,0-1 0,-42-10 0,44 5-6585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38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0 24575,'2'108'0,"-5"119"0,-1-196 0,-2 1 0,-14 45 0,12-51 0,1 1 0,1 0 0,-4 54 0,8-49 0,-14 62 0,6-38 0,7-41 0,0-1 0,-1 0 0,0 0 0,-7 13 0,7-23-1365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39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24575,'1'9'0,"1"1"0,0-1 0,1 0 0,-1 0 0,2 0 0,-1-1 0,1 1 0,1-1 0,0 0 0,0 0 0,0 0 0,11 11 0,21 37 0,80 129 0,-60-86 0,-15-23 0,19 32 0,20 32 0,-51-83 0,4 5 0,-34-61-38,0-1 0,1 1 0,-1-1 1,0 1-1,1-1 0,-1 1 0,0-1 0,1 1 0,-1-1 0,1 1 0,-1-1 0,0 0 0,1 1 0,-1-1 0,1 0 0,-1 1 1,1-1-1,0 0 0,-1 0 0,1 1 0,-1-1 0,1 0 0,-1 0 0,1 0 0,0 0 0,-1 0 0,1 0 0,-1 0 0,1 0 1,0 0-1,-1 0 0,1 0 0,-1 0 0,1-1 0,0 1 0,6-7-6788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40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0 24575,'-456'0'0,"384"7"-1365,59-7-5461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41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1550 124 24575,'-13'-2'0,"0"1"0,1-2 0,-1 1 0,-16-7 0,-11-2 0,-48-18 0,72 22 0,0 1 0,0 0 0,-1 1 0,1 2 0,-29-5 0,-55-7 0,72 10 0,-56-5 0,68 9 0,0 1 0,-1 0 0,1 1 0,0 1 0,0 1 0,0 0 0,0 1 0,1 1 0,-1 0 0,1 1 0,0 1 0,-20 12 0,5-3 0,0-2 0,-1-1 0,-43 12 0,36-13 0,1 1 0,-36 19 0,50-17 0,0 1 0,1 1 0,1 1 0,1 1 0,0 1 0,1 0 0,2 2 0,-17 23 0,-34 40 0,60-75 0,1 1 0,0 0 0,1 0 0,0 1 0,1 0 0,0 0 0,1 0 0,-3 15 0,3-13 0,0 1 0,-2 0 0,0-1 0,0 0 0,-9 13 0,1-2 0,2 0 0,0 2 0,2-1 0,1 1 0,1 1 0,-5 31 0,6-29 0,1-7 0,2 1 0,1 0 0,0 0 0,2 0 0,1 0 0,1 0 0,0 0 0,2 0 0,1-1 0,13 42 0,-11-52 0,0-1 0,1 0 0,1 0 0,0 0 0,17 18 0,57 51 0,-57-58 0,1 1 0,2-2 0,0 0 0,1-2 0,58 29 0,121 36 0,-165-67 0,0-2 0,0-2 0,1-2 0,1-2 0,53 5 0,-24-3 0,-31-4 0,82 3 0,359-12 0,-464 0 0,-1-1 0,0 0 0,0-1 0,23-7 0,-31 7 0,-1 0 0,0-1 0,0 0 0,0-1 0,0 0 0,-1-1 0,1 1 0,15-15 0,-12 8 0,0 0 0,-1-1 0,0-1 0,-1 0 0,0-1 0,-1 0 0,-1 0 0,-1-1 0,12-29 0,-5-8 0,13-106 0,-20 69 0,-7-158 0,-4 103 0,3 109 0,1 11 0,-2 1 0,0-1 0,-6-28 0,5 44 0,0 0 0,-1 0 0,0 1 0,-1-1 0,0 1 0,0 0 0,-1 0 0,0 1 0,0-1 0,0 1 0,-1 0 0,-9-8 0,-16-15 0,15 13 0,-1 0 0,0 2 0,-1-1 0,0 2 0,-2 1 0,0 0 0,0 1 0,-40-16 0,-69-23 0,99 37 0,0 1 0,-1 2 0,-1 1 0,0 1 0,-43-6 0,-10 0 0,60 9 0,-47-4 0,-51-5 0,81 8 0,-65-2 0,-165 10-1365,245-1-5461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52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1598 1 24575,'-26'0'0,"-1"1"0,1 1 0,-1 2 0,1 1 0,0 1 0,-47 17 0,51-17 0,0-1 0,0 0 0,-1-2 0,1-1 0,-1-1 0,1 0 0,-32-4 0,28 1 0,0 1 0,0 1 0,1 2 0,-1 0 0,-29 8 0,20-3 0,0-1 0,-1-2 0,1-2 0,-71-4 0,-51 4 0,75 13 0,61-10 0,-1-1 0,-34 2 0,23-4 0,0 1 0,1 2 0,-1 1 0,1 1 0,0 2 0,1 1 0,-36 17 0,57-22-273,0-2 0,0 0 0,-1 0 0,-19 2 0,6-2-6553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53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0 24575,'-4'2'0,"1"-1"0,-1 1 0,0-1 0,1 1 0,0 0 0,-1 1 0,1-1 0,0 0 0,0 1 0,0 0 0,0 0 0,1 0 0,-1 0 0,1 0 0,-1 0 0,-2 6 0,-16 16 0,-73 74 0,80-87 0,-1-1 0,-33 19 0,32-21 0,0 2 0,0-1 0,-17 16 0,-85 65 0,118-91 0,-1 1 0,1-1 0,0 0 0,-1 0 0,1 1 0,-1-1 0,1 0 0,0 0 0,-1 1 0,1-1 0,-1 1 0,1-1 0,0 0 0,0 1 0,-1-1 0,1 1 0,0-1 0,0 0 0,0 1 0,-1-1 0,1 1 0,0-1 0,0 1 0,0-1 0,0 1 0,0-1 0,0 1 0,0-1 0,0 1 0,0-1 0,0 1 0,0-1 0,0 1 0,0-1 0,0 1 0,1 0 0,19 6 0,36-5 0,-50-2 0,76-1 0,120 2 0,-171 1 0,0 2 0,-1 1 0,1 1 0,43 16 0,-44-13 0,1-1 0,47 5 0,-25-4 0,111 21 0,-139-25-1365,-3-1-5461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59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24575,'1'10'0,"0"0"0,1-1 0,0 0 0,0 1 0,4 8 0,8 37 0,-7 53 0,-8 119 0,-2-76 0,5-45 0,-5 120 0,-20-129-1365,19-75-5461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7:59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24575,'0'728'0,"0"-712"-170,-1 0-1,-1 0 0,-1 0 1,0 0-1,-1 0 0,-1 0 1,-9 19-1,5-18-6655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00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24575,'5'0'0,"7"0"0,6 0 0,6 0 0,4 0 0,1 0 0,3 0 0,-1 0 0,1 0 0,-1 0 0,0 0 0,0 0 0,-1 0 0,1 0 0,-1 0 0,0 0 0,-5 0-8191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02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1457 0 24575,'-697'0'0,"673"2"0,-1 1 0,-47 11 0,12-2 0,26-3 0,1 0 0,-1 2 0,1 2 0,-53 28 0,41-19 0,-57 20 0,94-38 0,0 0 0,0 0 0,1 1 0,-1 0 0,1 0 0,1 0 0,-1 1 0,1 0 0,0 1 0,0-1 0,1 1 0,-1 0 0,-6 13 0,-1 4 0,1 0 0,0 1 0,-8 29 0,11-21 0,2 0 0,-5 42 0,1-5 0,5-34 0,1 1 0,2 0 0,1 0 0,2 0 0,2 1 0,7 42 0,-4-62 0,1-1 0,0 0 0,1-1 0,15 25 0,14 37 0,-27-57 0,1-1 0,0-1 0,2 0 0,0 0 0,25 28 0,17 26 0,-45-61 0,2 0 0,0-1 0,0 0 0,1-1 0,0 0 0,0-1 0,1-1 0,1 0 0,-1 0 0,27 9 0,19 13 0,-40-21 0,1-1 0,0-1 0,1-1 0,23 4 0,-30-7 0,102 21 0,66 17 0,-153-32 0,1-1 0,0-1 0,0-2 0,56 2 0,-62-5 0,0 0 0,38 9 0,-37-5 0,53 3 0,52 6 0,-89-8 0,61 1 0,-14-6 0,155-6 0,-234 4 0,0-2 0,0 1 0,0-1 0,-1-1 0,1 1 0,-1-1 0,1-1 0,-1 0 0,0 0 0,0 0 0,-1-1 0,1 0 0,-1-1 0,9-8 0,1-5 0,-2 0 0,0-1 0,23-41 0,-35 55 0,9-13 0,0 0 0,-2 0 0,0-1 0,-1 0 0,-1-1 0,-1 0 0,-1 0 0,4-28 0,-1-15 0,0 5 0,2-90 0,-13 121 0,-1 1 0,-2 0 0,0 0 0,-2 0 0,0 1 0,-2 0 0,-1 1 0,-2-1 0,-19-32 0,3 3 0,19 34 0,-2 0 0,0 0 0,-1 1 0,-1 1 0,-30-34 0,16 29 0,-2 0 0,-35-22 0,18 14 0,22 17 0,-1 1 0,0 2 0,-1 0 0,0 2 0,-49-13 0,32 11 0,-48-22 0,72 27 0,-1 0 0,0 2 0,-39-6 0,6 1 0,29 5-1365,1 2-5461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05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5748 2777 24575,'1'-13'0,"-1"1"0,-1-1 0,-1 1 0,-4-23 0,4 29 0,0 1 0,0 0 0,-1 0 0,0 0 0,1 0 0,-2 1 0,1-1 0,0 1 0,-1 0 0,0 0 0,0 0 0,0 0 0,-6-3 0,-8-8 0,0 0 0,-17-22 0,18 20 0,0 0 0,-20-15 0,-28-26 0,50 42 0,-1 2 0,-34-25 0,30 24 0,-37-34 0,20 16 0,-11-5 0,-2 2 0,-88-47 0,79 49 0,30 15 0,-1 3 0,-63-26 0,57 28 0,0-3 0,2-1 0,-36-24 0,2 1 0,-5-11 0,55 38 0,0 1 0,-33-18 0,-182-100 0,171 89 0,46 30 0,-1 0 0,-34-17 0,-1 5 0,-96-61 0,128 74 0,0 0 0,0 1 0,-28-9 0,27 12 0,1-2 0,0 0 0,-32-20 0,26 12 0,-1 2 0,0 2 0,-46-18 0,41 19 0,12 3 0,1-1 0,-20-15 0,-37-17 0,35 24 0,-208-93 0,121 51 0,103 47 0,-1 2 0,0 0 0,-32-7 0,31 10 0,0-1 0,1-1 0,-31-17 0,25 10 0,-50-18 0,18 9 0,-23-7 0,57 23 0,2-1 0,-41-21 0,42 18 0,0 2 0,-1 2 0,0 0 0,-31-5 0,23 5 0,-69-27 0,-217-101 0,276 119 0,-73-21 0,71 26 0,-69-30 0,86 32 0,0 1 0,-1 2 0,0 1 0,-58-6 0,-21-5 0,93 15 0,0 0 0,0-1 0,1-1 0,-1-1 0,-26-14 0,24 11 0,0 2 0,-1 1 0,0 0 0,-23-3 0,33 7 0,-172-26 0,150 22 0,1-2 0,-1-2 0,-30-13 0,36 14 0,0 1 0,-36-7 0,39 10 0,-126-23-1365,129 23-5461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06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24575,'108'-2'0,"117"5"0,-73 26 0,-89-16 0,-38-8 0,0 0 0,42 2 0,-14-6 0,0 2 0,54 11 0,-66-8 0,76 1 0,-73-6 0,62 9 0,-52-3 0,75 0 0,-15-1 0,-89-3 32,0 2-1,0 1 0,24 9 1,-24-7-529,0-1 0,41 6 0,-40-11-6329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07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24575,'8'3'0,"1"-1"0,-1 2 0,0-1 0,-1 1 0,1 0 0,-1 1 0,10 7 0,-12-9 0,53 35 0,73 36 0,-58-32 0,-54-30 0,1-1 0,0 0 0,0-1 0,1-2 0,24 8 0,-18-8 0,0 2 0,0 1 0,24 14 0,29 12 0,-67-33-151,0 2-1,0-1 0,0 2 0,-1 0 1,0 0-1,0 1 0,-1 1 1,12 10-1,-11-6-6674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14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24575,'4'4'0,"-1"0"0,0 1 0,0 0 0,0-1 0,-1 1 0,0 0 0,0 0 0,0 0 0,-1 1 0,1-1 0,-1 0 0,0 9 0,3 71 0,-4-62 0,-2 524-1365,2-521-5461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15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24575,'34'12'0,"-4"0"0,160 13 0,-149-18 0,0-3 0,0-1 0,76-6 0,-60 1 0,58 5 0,-33 12 0,-61-10 0,1-1 0,35 3 0,159-9 0,82 4 0,-178 20-1365,-94-18-5461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17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1791 153 24575,'-10'0'0,"1"-2"0,-1 1 0,0-1 0,-17-6 0,-27-5 0,-27 7 0,47 5 0,0-2 0,-43-9 0,28 4 0,-1 2 0,1 2 0,-1 3 0,-52 5 0,-9-1 0,-312-3 0,406 1 0,1 0 0,-1 1 0,1 1 0,0 1 0,0 0 0,0 1 0,-23 11 0,-100 60 0,134-73 0,-13 10 0,1 1 0,1 1 0,0 0 0,0 1 0,-17 25 0,20-23 0,1 1 0,0 1 0,-13 34 0,-8 12 0,17-32 0,2 1 0,1 1 0,1-1 0,-8 53 0,9-44 0,4 0 0,2 1 0,2-1 0,1 1 0,6 54 0,-1 6 0,-3-73 0,-1-11 0,1-1 0,6 39 0,-5-52 0,1 0 0,0 0 0,1 0 0,0 0 0,0 0 0,0 0 0,1-1 0,-1 1 0,2-1 0,-1 0 0,9 9 0,53 58 0,-41-43 0,44 39 0,-57-59 0,1 0 0,-1-1 0,2-1 0,-1 0 0,1-1 0,0 0 0,18 5 0,76 30 0,-77-28 0,0-1 0,1-2 0,1-2 0,33 7 0,15-3 0,-33-4 0,0-3 0,49 1 0,447-8 0,-502-2 0,1-2 0,-1-2 0,61-18 0,-91 22 0,139-45 0,-92 27 0,-48 17 0,1 0 0,0 0 0,-1-1 0,0-1 0,-1 0 0,1 0 0,-1-1 0,0-1 0,15-13 0,7-10 0,-25 25 0,1 0 0,-1-1 0,0 0 0,0-1 0,-1 0 0,0 0 0,0 0 0,-1 0 0,0-1 0,0 0 0,-1 0 0,5-16 0,2-23 0,-2-1 0,-2 1 0,1-80 0,-8 97 0,-2 1 0,-1 0 0,-11-44 0,2 23 0,-3 1 0,-2 0 0,-40-83 0,22 63 0,19 34 0,-2 1 0,-24-34 0,11 23 0,13 19 0,0 1 0,-40-42 0,21 33 0,-73-54 0,87 73 0,-1 1 0,0 1 0,-1 1 0,-1 1 0,0 1 0,-48-13 0,57 19 0,0-2 0,-27-13 0,29 12 0,-1 1 0,-31-9 0,32 12-102,-14-4-214,0 1 1,0 2-1,-46-3 0,49 8-6510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19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2487 339 24575,'-1'-2'0,"0"0"0,0 0 0,0 0 0,0 0 0,0 0 0,0 1 0,0-1 0,-1 0 0,1 1 0,-1-1 0,1 1 0,-1 0 0,1-1 0,-1 1 0,0 0 0,0 0 0,-3-2 0,-36-15 0,29 13 0,-120-33 0,106 31 0,0-1 0,-32-15 0,-12-4 0,-122-17 0,136 34 0,0-2 0,-54-20 0,88 25 0,-1 1 0,0 1 0,-31-2 0,-27-6 0,47 7 0,-53-3 0,52 7 0,-51-11 0,34 6 0,0 1 0,0 3 0,-93 5 0,33 1 0,-5-5 0,-127 5 0,162 11 0,59-8 0,0-2 0,-31 2 0,21-6 0,-1 3 0,-62 12 0,-1 9-1365,79-17-5461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20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0 24575,'-5'2'0,"0"0"0,1-1 0,-1 2 0,1-1 0,0 0 0,0 1 0,0 0 0,0 0 0,0 0 0,-3 4 0,-14 9 0,3-5 0,4-4 0,0 2 0,1-1 0,0 2 0,1 0 0,0 0 0,-16 19 0,14-13 0,6-7 0,0 0 0,1 0 0,0 0 0,1 1 0,0 0 0,-6 14 0,11-22 0,0 1 0,1 0 0,-1-1 0,1 1 0,0 0 0,0-1 0,0 1 0,0 0 0,0-1 0,0 1 0,1 0 0,-1-1 0,1 1 0,-1-1 0,1 1 0,0-1 0,0 1 0,1-1 0,-1 1 0,0-1 0,1 0 0,-1 0 0,1 0 0,0 0 0,0 0 0,0 0 0,0 0 0,0-1 0,0 1 0,0 0 0,1-1 0,-1 0 0,3 2 0,6 2 0,-1-1 0,1 0 0,0 0 0,0-1 0,1 0 0,11 1 0,-9-2 0,-1 1 0,1 0 0,24 11 0,-9-2 0,0-1 0,1-2 0,0 0 0,39 4 0,-27-7 0,-15-3 0,1 2 0,-1 0 0,0 2 0,45 17 0,-43-9 0,-21-10 0,0-1 0,1 0 0,-1 0 0,1-1 0,0 0 0,17 4 0,25 2-1365,-32-2-5461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24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24575,'1'4'0,"1"1"0,1 0 0,-1-1 0,0 0 0,1 1 0,0-1 0,0 0 0,0-1 0,1 1 0,-1 0 0,1-1 0,4 3 0,2 4 0,12 15 0,1-1 0,1-2 0,1 0 0,1-1 0,1-2 0,0-1 0,40 19 0,11 5 0,-60-31 0,1 0 0,1-2 0,0 0 0,28 9 0,-27-13 0,37 9 0,-1 4 0,61 25 0,-98-36 0,0-1 0,0 0 0,1-2 0,-1-1 0,28 2 0,22 4 0,7-1 0,0-2 0,121-7 0,-65-2 0,321 3 0,-433-2 0,0-1 0,0-1 0,0-1 0,-1 0 0,0-2 0,0 0 0,20-11 0,52-18 0,-50 24 0,62-11 0,-101 22-124,1 0 0,-1 1 0,1-1 0,-1-1 0,1 1 0,-1 0-1,0-1 1,0 1 0,1-1 0,4-4 0,4-7-6702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25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24575,'0'2'0,"1"-1"0,0 1 0,0-1 0,-1 0 0,1 0 0,0 1 0,0-1 0,0 0 0,0 0 0,0 0 0,0 0 0,1 0 0,-1 0 0,0 0 0,0 0 0,1-1 0,-1 1 0,1-1 0,1 2 0,38 14 0,-29-12 0,39 15 0,0 4 0,-2 1 0,47 31 0,-93-54 0,-1 0 0,1 1 0,-1-1 0,0 1 0,0 0 0,0-1 0,0 1 0,0 0 0,0 0 0,0 0 0,-1 1 0,1-1 0,-1 0 0,1 1 0,-1-1 0,0 1 0,0-1 0,0 1 0,0-1 0,-1 1 0,1 0 0,-1-1 0,1 1 0,-1 0 0,0 0 0,0-1 0,0 1 0,-1 0 0,1 0 0,0-1 0,-1 1 0,0 0 0,-2 4 0,-1 0 0,0 0 0,-1 0 0,0-1 0,0 1 0,-1-1 0,0 0 0,0-1 0,0 1 0,-13 7 0,7-3 0,0-1 0,1 2 0,-13 14 0,15-14 0,-1-1 0,0 0 0,-1-1 0,-15 11 0,-15 8 0,2 1 0,-37 36 0,70-58 27,-1 0 0,1 0 0,1 1-1,-7 11 1,-15 20-1526,14-26-5327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32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728 1 24575,'-40'-1'0,"0"3"0,0 0 0,-63 14 0,84-12 0,1 0 0,-1 2 0,1 0 0,1 1 0,-27 15 0,-5 2 0,37-18 0,-1 0 0,1 1 0,0 0 0,0 0 0,-12 12 0,-111 88 0,124-96 0,1 1 0,1 0 0,0 0 0,1 1 0,0 0 0,1 0 0,0 1 0,1 0 0,1 0 0,0 1 0,1-1 0,0 1 0,2 0 0,-1 0 0,2 0 0,0 0 0,1 16 0,1-25 0,0 0 0,0-1 0,0 1 0,0 0 0,1 0 0,0-1 0,1 1 0,-1-1 0,1 0 0,0 1 0,0-1 0,1-1 0,-1 1 0,1 0 0,0-1 0,0 0 0,1 0 0,5 4 0,6 3 0,2-1 0,-1 0 0,1-1 0,21 6 0,34 18 0,-62-28 0,0 0 0,-1-1 0,1-1 0,1 1 0,-1-2 0,0 0 0,1 0 0,13 0 0,100-5 0,-54 0 0,56 5 0,108-5 0,-141-14 0,-36 5 0,-54 12-42,0-1-1,0 1 0,0-1 1,0 0-1,0 0 0,0-1 1,0 1-1,0-1 0,0 0 1,-1 0-1,1 0 0,0 0 1,-1-1-1,0 1 0,0-1 1,0 0-1,0 0 0,0 0 1,0 0-1,-1-1 0,0 1 1,1-1-1,-1 1 0,-1-1 1,1 0-1,0 0 0,-1 0 1,0 0-1,0 0 0,0 0 1,0-6-1,2-14-6783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33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1821 93 24575,'-18'-1'0,"0"-1"0,0 0 0,-25-8 0,-42-5 0,-35 0 0,77 8 0,-68-2 0,88 7 0,-1 0 0,-36-9 0,34 5 0,1 2 0,-27-2 0,-386 5 0,209 3 0,219-2 0,0 1 0,0 0 0,-1 0 0,1 1 0,0 0 0,0 1 0,0 0 0,1 1 0,-1 0 0,1 0 0,-17 12 0,4 0 0,0 2 0,1 1 0,-18 22 0,14-16 0,11-10 0,1 1 0,1 1 0,0 0 0,-18 37 0,-28 78 0,3 9 0,48-124 0,2 0 0,0 1 0,1-1 0,1 1 0,0 0 0,0 19 0,6 114 0,0-56 0,-3-60 0,-1-11 0,0 1 0,2-1 0,1 1 0,1-1 0,0 1 0,2-1 0,1-1 0,16 41 0,6-11 0,2-2 0,3-1 0,1-2 0,52 55 0,-56-62 0,-23-30 0,1-1 0,0 0 0,0 0 0,1-1 0,16 14 0,32 30 0,-49-43 0,1-1 0,0 0 0,1-1 0,0 0 0,0 0 0,16 8 0,-12-8 0,0 1 0,23 19 0,-28-21 0,1 1 0,-1-1 0,2 0 0,-1-1 0,1-1 0,21 9 0,34 7 0,256 71 0,-276-84 0,0-3 0,0-1 0,0-3 0,57-5 0,4 2 0,-61 0 0,80-14 0,-87 10 0,49-7 0,-1-4 0,100-34 0,-138 30 0,-1-2 0,-1-2 0,52-37 0,-39 24 0,-35 22 0,0 0 0,-1-2 0,34-32 0,-49 41 0,-1-1 0,0 0 0,0 0 0,-1 0 0,0-1 0,-1 0 0,-1 0 0,1-1 0,-2 0 0,0 1 0,3-15 0,-3 8 0,5-19 0,-2 1 0,-2-2 0,1-43 0,-5 40 0,-5-104 0,1 127 0,1-1 0,-2 1 0,-1 0 0,0 0 0,-14-30 0,-30-85 0,38 98 0,-1 1 0,-2 0 0,-19-35 0,-28-51 0,48 97 0,-2 1 0,0 0 0,-1 0 0,-1 2 0,-1 0 0,-1 1 0,-1 1 0,0 1 0,-25-16 0,-9-5 0,41 27 0,-1 1 0,0 1 0,0 0 0,-1 1 0,0 0 0,0 1 0,-18-5 0,-168-42 0,117 19-1365,64 29-5461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36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9720 196 24575,'0'3'0,"-1"0"0,0 0 0,0 0 0,0 0 0,0 0 0,0 0 0,-1 0 0,1 0 0,-1 0 0,0-1 0,0 1 0,0-1 0,0 1 0,0-1 0,-1 0 0,1 0 0,-1 0 0,-3 3 0,-4 2 0,0-1 0,0 0 0,-17 7 0,-27 10 0,-97 58 0,130-69 0,-2-1 0,-30 10 0,3-1 0,-86 37 0,78-36 0,0-3 0,-2-2 0,-91 13 0,24-2 0,92-17 0,-1-2 0,0-2 0,-62 4 0,69-10 0,0 1 0,0 2 0,-49 10 0,38-5 0,-49 3 0,-11 1 0,1 0 0,59-8 0,-46 10 0,-94 17 0,138-25 0,0-1 0,-1-2 0,0-2 0,-44-5 0,28 1 0,-67 6 0,45 12 0,59-10 0,0 0 0,-34 1 0,-54-7 0,69-1 0,0 2 0,1 2 0,-62 10 0,29-1 0,-1-3 0,0-4 0,-110-6 0,45-1 0,-2462 3 0,2571-2 0,0 0 0,-35-9 0,32 5 0,-50-3 0,40 8 0,8 1 0,1-2 0,0-1 0,-44-9 0,-181-32 0,219 37 0,-51-14 0,55 11 0,-69-9 0,49 12 0,-60-17 0,74 14 0,0 1 0,-1 3 0,-52-2 0,75 7 0,0-1 0,1-1 0,-20-5 0,-46-7 0,33 10 0,0-2 0,-54-16 0,-75-32 0,126 43 0,0-4 0,2-1 0,-75-36 0,109 46 0,-1 0 0,0 1 0,0 2 0,0 0 0,-38-3 0,-8-1 0,-117-34 0,146 35 0,0-1 0,0-1 0,0-2 0,-43-20 0,60 24 0,0 0 0,0 1 0,-37-5 0,33 7 0,1-2 0,-35-11 0,-216-80 0,231 84-100,31 11-6,0-1 1,1 0 0,-1-1-1,1 0 1,0-1-1,0 0 1,1-1 0,-1 0-1,1-1 1,0 0-1,-9-9 1,7 3-6721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36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24575,'-2'77'0,"0"-51"0,1 1 0,0-1 0,3 1 0,0 0 0,1-1 0,2 0 0,8 28 0,0-23 0,-8-18 0,0-1 0,0 1 0,-1 1 0,-1-1 0,0 1 0,1 15 0,3 24-1365,-1-34-5461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37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24575,'909'0'0,"-879"1"43,0 2 0,36 9 0,-33-6-790,49 3 0,-56-8-6079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43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0 24575,'0'728'0,"-1"-698"0,-2 0 0,-8 35 0,5-32 0,-3 50 0,7-56 0,-12 53 0,9-54 0,-5 50 0,9-58 120,1-12-321,1-10-1083,-1-7-5542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44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24575,'1'6'0,"1"-1"0,0 0 0,0 1 0,0-1 0,0 0 0,1 0 0,0-1 0,5 8 0,7 13 0,16 62 0,-28-73 0,1 1 0,1-1 0,0 0 0,1 0 0,1-1 0,0 0 0,1 0 0,0 0 0,12 12 0,-6-7 0,0-1 0,-1 2 0,11 21 0,12 18 0,38 48 0,92 100 0,-127-154 0,-34-43 0,1 0 0,0 0 0,0 0 0,1-1 0,0 0 0,1-1 0,0 1 0,0-1 0,0-1 0,18 11 0,-25-16 0,1-1 0,0 1 0,-1-1 0,1 0 0,0 0 0,0 1 0,-1-1 0,1 0 0,0-1 0,0 1 0,-1 0 0,1 0 0,0-1 0,-1 1 0,1-1 0,0 1 0,-1-1 0,1 0 0,-1 0 0,1 1 0,-1-1 0,1 0 0,-1-1 0,0 1 0,1 0 0,-1 0 0,0 0 0,0-1 0,0 1 0,0-1 0,0 1 0,1-2 0,3-7 0,0 0 0,0-1 0,-1 1 0,3-12 0,1-2 0,10-17 0,-8 22 0,-2-1 0,8-26 0,42-193 0,-29 158 0,-22 67 0,-1 0 0,0-1 0,-1 0 0,-1 0 0,2-16 0,9-49 86,-9 54-812,4-47 1,-8 48-6101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45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2032 157 24575,'-4'-1'0,"-1"-1"0,1 1 0,0-1 0,0-1 0,0 1 0,0 0 0,0-1 0,0 0 0,0 0 0,1 0 0,0 0 0,-1-1 0,-3-5 0,-18-15 0,6 12 0,0 0 0,-1 2 0,-1 0 0,1 2 0,-1 0 0,-1 1 0,1 1 0,-1 1 0,-38-4 0,-18 4 0,-115 7 0,64 1 0,97-3 0,7-1 0,1 0 0,-1 2 0,0 0 0,1 2 0,-1 1 0,1 1 0,0 1 0,-41 16 0,24-1 0,1 2 0,1 2 0,-62 53 0,64-48 0,-94 82 0,-33 32 0,64-61 0,27-24 0,2 21 0,54-65 0,1 2 0,0 0 0,1 1 0,1 0 0,1 1 0,0 1 0,-10 22 0,7-7 0,1 0 0,2 1 0,-14 58 0,20-50 0,2 0 0,2 0 0,5 88 0,1-33 0,-3-82 0,1 1 0,1-1 0,1 0 0,0 1 0,1-1 0,1 0 0,1-1 0,0 1 0,1-1 0,1-1 0,0 1 0,1-1 0,1 0 0,0-1 0,21 22 0,-2-2 0,13 11 0,-8-17 0,0-1 0,2-1 0,1-2 0,1-2 0,1-2 0,42 17 0,133 29 0,-190-60 0,-1 0 0,0-2 0,1-1 0,0 0 0,30-2 0,-22 0 0,-1 1 0,37 7 0,4 2 0,1-4 0,0-2 0,97-8 0,-44 1 0,-104 0 0,0 0 0,0-2 0,-1 0 0,1-2 0,26-10 0,36-9 0,-8 5 0,0-3 0,-1-3 0,128-66 0,-148 61 0,82-59 0,-127 82 0,-2-1 0,1 0 0,-1 0 0,0-1 0,10-17 0,18-22 0,-28 39 0,-1 0 0,0-1 0,0 0 0,-1 0 0,-1-1 0,0 1 0,0-1 0,-1 0 0,-1-1 0,0 1 0,3-24 0,-3-13 0,-3-87 0,-2 66 0,4-10 0,0 51 0,-1 0 0,-1-1 0,-2 1 0,-7-41 0,-3 33 0,-1 1 0,-27-53 0,1 5 0,29 62 0,-1 1 0,-1 0 0,-1 0 0,-25-31 0,-71-66 0,69 77 0,21 23 0,-1 1 0,-1 0 0,0 2 0,-1 1 0,-40-21 0,-126-44 0,187 79 0,-89-27-1365,64 18-5461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47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2597 24575,'7'-1'0,"-1"0"0,1 0 0,-1 0 0,0-1 0,1 0 0,-1 0 0,0-1 0,-1 0 0,1 0 0,0 0 0,-1-1 0,0 1 0,1-1 0,5-7 0,11-10 0,34-43 0,-33 36 0,54-52 0,-49 53 0,-2-1 0,26-34 0,-33 37 0,-2-1 0,0 0 0,-2-2 0,0 1 0,-2-2 0,-1 0 0,-2-1 0,8-33 0,-11 28 0,1 0 0,-2 0 0,4-70 0,-9 36 0,-4 0 0,-15-97 0,13 125 0,1-1 0,3-65 0,2 68 0,-2 1 0,-1 0 0,-9-50 0,-27-166 0,25 190 0,5 25 0,-24-76 0,19 79 0,-3 0 0,-21-37 0,2 11 0,21 36 0,0-1 0,-2 2 0,-1 0 0,-1 1 0,-25-24 0,5 12 0,-71-52 0,97 79-115,-4-3-135,1 2 0,-1 0 0,-1 1 0,-20-9 0,17 11-6576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48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24575,'0'485'0,"-5"-431"-1365,-1-34-5461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8:48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24575,'35'0'0,"-1"2"0,1 0 0,54 13 0,94 16 0,-157-26 0,0-2 0,1-1 0,27-2 0,-30 0 0,-1 0 0,1 1 0,-1 2 0,29 6 0,-25-2-273,-1-2 0,1-2 0,0 0 0,28-1 0,-29-2-6553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9:00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24575,'15'41'0,"-6"-20"0,3 16 0,1-2 0,36 67 0,-39-79 0,0 0 0,-2 0 0,0 1 0,6 38 0,2 1 0,1-9 0,40 79 0,-12-31 0,-43-96 0,0 0 0,1 0 0,0-1 0,0 1 0,0-1 0,7 8 0,-9-12 0,-1 0 0,1-1 0,0 1 0,-1-1 0,1 1 0,0-1 0,0 1 0,0-1 0,-1 1 0,1-1 0,0 0 0,0 1 0,0-1 0,0 0 0,0 0 0,0 0 0,0 0 0,0 0 0,0 0 0,1 0 0,-1 0 0,1-1 0,0 0 0,-1 1 0,1-1 0,-1 0 0,1 0 0,-1 0 0,0 0 0,1 0 0,-1 0 0,0-1 0,0 1 0,0 0 0,0-1 0,1-1 0,94-156 0,3-4 0,-87 145 19,0 0-1,1 1 1,0 0-1,2 1 0,0 1 1,17-14-1,-14 14-317,-1-1 1,-1-1-1,-1 0 0,22-33 0,-23 25-6527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9:02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1424 152 24575,'-2'-1'0,"-1"0"0,1 0 0,-1-1 0,1 0 0,-1 1 0,1-1 0,0 0 0,0 0 0,0 0 0,0 0 0,0-1 0,-1-3 0,-12-9 0,2 5 0,-1 0 0,0 1 0,-1 1 0,1 1 0,-2 0 0,1 1 0,-1 0 0,0 1 0,0 1 0,0 1 0,-1 0 0,-27-1 0,-34-9 0,52 8 0,-53-4 0,-406 10 0,463 0 0,0 2 0,1 0 0,-1 2 0,1 0 0,-28 12 0,-37 8 0,67-19 0,-1 1 0,1 0 0,-30 18 0,10-6 0,34-16 0,0 0 0,0 0 0,1 0 0,0 1 0,0-1 0,0 1 0,0 0 0,0 0 0,1 1 0,0-1 0,-1 1 0,2-1 0,-1 1 0,1 0 0,-1 0 0,-2 10 0,-1 8 0,1 0 0,-5 40 0,7-35 0,-4 43 0,6 132 0,4-89 0,-3-101 0,2 0 0,0-1 0,0 1 0,1 0 0,1-1 0,0 0 0,1 0 0,0 0 0,1 0 0,0-1 0,0 0 0,15 18 0,42 90 0,-49-95 0,1 0 0,1-2 0,1 0 0,1-1 0,25 23 0,-31-33 0,1-1 0,0 0 0,0-1 0,1 0 0,0-1 0,0-1 0,1 0 0,0-1 0,0-1 0,19 5 0,75 15 0,54 11 0,-98-24 0,-39-6 0,0-1 0,39 2 0,-35-8 0,1-2 0,48-9 0,-46 6 0,66-4 0,-87 9 0,1 1 0,0-2 0,-1 0 0,1 0 0,-1-1 0,1-1 0,-1 0 0,0-1 0,-1 0 0,12-7 0,-15 8 0,-1-1 0,0 0 0,0-1 0,0 0 0,0 0 0,-1 0 0,0-1 0,-1 0 0,0 0 0,0 0 0,0-1 0,-1 0 0,0 0 0,6-16 0,-1-6 0,-2-1 0,0 0 0,-3 0 0,0 0 0,-1-54 0,-5-340 0,0 396 0,-2-1 0,-1 1 0,-2 0 0,-18-53 0,11 47-51,-1 0 0,-23-38 0,16 34-1161,14 22-5614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9:04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1803 765 24575,'-1'1'0,"1"0"0,-1 1 0,1-1 0,-1 0 0,0 1 0,1-1 0,-1 0 0,0 0 0,0 0 0,0 0 0,0 0 0,0 0 0,0 0 0,-1 0 0,1 0 0,0 0 0,0-1 0,-1 1 0,1-1 0,0 1 0,-1-1 0,1 1 0,0-1 0,-1 1 0,1-1 0,-1 0 0,-1 0 0,-47 6 0,44-6 0,-363 3 0,189-6 0,151 1 0,0-1 0,1-2 0,0-1 0,-46-16 0,15 5 0,39 10 0,1-1 0,0-1 0,-21-12 0,-5-3 0,2 1 0,-74-55 0,20 13 0,87 58 0,0-1 0,1 0 0,0 0 0,-15-20 0,-27-23 0,-135-78 0,169 117 0,1-1 0,0-1 0,2-1 0,-1 0 0,-20-28 0,11 13 0,-48-78-1365,61 93-5461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9:04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24575,'0'606'-1365,"0"-581"-5461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9:06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24575,'27'2'0,"0"2"0,0 0 0,-1 2 0,1 1 0,-2 1 0,28 12 0,72 20 0,-111-37 0,40 9 0,67 24 0,-101-27-1365,-5 2-5461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9:10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1110 0 24575,'-16'0'0,"-1"1"0,1 0 0,0 2 0,0-1 0,0 2 0,1 0 0,-1 1 0,-24 11 0,5-3 0,-1-2 0,0-1 0,0-2 0,-1-2 0,-63 4 0,95-10 0,-9 1 0,0 1 0,1 0 0,-1 1 0,1 1 0,0 0 0,0 0 0,0 1 0,1 1 0,0 0 0,0 1 0,0 0 0,1 1 0,-15 13 0,17-14 0,0 0 0,0 0 0,-1-1 0,1 0 0,-2-1 0,-18 7 0,-22 13 0,40-18 0,1 0 0,1 1 0,-16 16 0,-17 14 0,31-29 0,1 0 0,1 1 0,0 1 0,0-1 0,1 1 0,0 1 0,1 0 0,0 0 0,-7 21 0,4-13 0,0 0 0,-22 30 0,22-35 8,1 1-1,1 0 1,0 0 0,1 1-1,-9 34 1,-5 11-1419,14-44-5415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9:11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24575,'0'28'0,"-2"-3"0,2-1 0,1 1 0,1-1 0,1 1 0,1-1 0,1 0 0,10 28 0,2-2 0,-2 0 0,8 56 0,-17-75 0,-6-29 0,0 0 0,1 0 0,-1 0 0,0 0 0,1 0 0,-1 0 0,1 0 0,0 0 0,-1-1 0,1 1 0,0 0 0,0 0 0,0-1 0,0 1 0,1-1 0,-1 1 0,0-1 0,1 0 0,-1 1 0,1-1 0,-1 0 0,1 0 0,-1 0 0,1 0 0,0 0 0,0 0 0,-1 0 0,1-1 0,0 1 0,0-1 0,0 1 0,0-1 0,3 0 0,3-1 0,0 0 0,1-1 0,-2 0 0,1-1 0,0 0 0,13-7 0,23-7 0,8 2 0,-29 8 0,-1 1 0,2 2 0,33-4 0,125-21 0,-151 25 31,0 0-1,-1-3 0,30-9 0,-30 7-525,0 2-1,60-8 1,-66 14-6331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9:16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32 855 24575,'-1'-10'0,"0"0"0,-1 0 0,0 1 0,-6-18 0,-5-28 0,9-181 0,5 137 0,0 89 0,0-1 0,1 1 0,0-1 0,1 1 0,0-1 0,0 1 0,1 0 0,0 1 0,1-1 0,0 1 0,11-14 0,8-9 0,47-49 0,-71 80 0,20-18 0,0 1 0,31-20 0,9-9 0,-45 33-1365,-3 0-5461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9:17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85 24575,'5'-1'0,"1"-1"0,-1 1 0,1-1 0,-1-1 0,0 1 0,0-1 0,0 1 0,7-7 0,12-5 0,-22 13 0,77-32 0,-73 31 0,-1-1 0,2 2 0,-1-1 0,0 1 0,0 0 0,0 0 0,1 0 0,-1 1 0,0 0 0,13 2 0,-17-1 0,0 0 0,1 0 0,-1 1 0,0-1 0,0 1 0,0-1 0,0 1 0,0 0 0,-1 0 0,1 0 0,0 0 0,-1 0 0,1 0 0,-1 0 0,0 1 0,0-1 0,0 0 0,0 1 0,0-1 0,0 1 0,-1-1 0,1 1 0,0 4 0,0 8 0,0 0 0,-1 29 0,-1-30 0,0 37 0,-1 10 0,6 71 0,-1-111 0,0-1 0,1 1 0,1-1 0,1 0 0,0 0 0,2-1 0,13 25 0,-11-25-1365,-1-2-5461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21:39:19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1 24575,'-2'7'0,"0"0"0,-1 0 0,0 0 0,-1-1 0,0 1 0,0-1 0,0 0 0,0 0 0,-1 0 0,-6 5 0,4-4 0,0 0 0,-1-1 0,0 0 0,-1-1 0,1 0 0,-1 0 0,0-1 0,0 0 0,0 0 0,-15 3 0,-4-1 0,0-2 0,-37 2 0,37-4 0,-21 8-1365,29-4-5461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25A82B-2CCF-464E-91C1-C2331CDBA5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E3288B-9524-4753-B7CB-1A7EABF3D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1CDB50-91A3-46F3-89B9-1625B4AD17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B70BB-8141-42C8-8C99-8154A0B69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69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352CC2-7A15-453A-8A90-1F38E659B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AF9D89-D6A0-44FB-B1F4-25AA5E7B14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0E09AB-3569-46C7-970E-7400B31AE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68D6E-CE00-4CFF-97B8-35784329E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52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AA8AC3-8641-4349-901B-71EBF9121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0D7D54-C431-45F7-A332-5F0286C9B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5FC0BE-BDCC-4B7C-9C5B-908B58162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FCEB6-4B09-47DD-9333-5A2E73C476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55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D5431-C216-478F-AD06-B324F4216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3BD0F-AEFB-4A07-A2F0-D4229A319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0E720-1A03-4226-9F7D-49154454F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7FEC9-1941-4731-991F-A7E988AAB9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7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722A30-726A-4684-899A-C9BAAEFAA4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954E49-D61A-48C7-B3E1-87D24A550C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D96845-8722-40D1-B7B6-19DA62CC0B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A5AFD-52C1-4DA4-AA98-B08678FB7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27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8C6C15-FD56-4ABA-AB12-BAA70ACDFB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50E1FB-2178-4660-859C-59A4AD373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A6322A-92C9-446C-930A-0698A19F9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749A5-D26B-4DD9-88B7-4BB0D71C6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18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6BD151-6E80-4919-A6C6-E85E8962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DE622F-11F0-46C9-85F2-95727BDB71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38D21C-6B11-469E-BF8F-83948469C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76B22-A5F5-4030-927E-C4CA6A17B4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0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731B5-3765-429E-872A-866863212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7C996-8DF7-4E2F-AF23-8DAE146FF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65721-1FB1-4FD2-A3E1-477148721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26379-5844-4A64-9BA4-F7716D322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64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575CE-128F-476E-9884-744818038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A3289-721A-48D4-BD33-CB44F14573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935AD-6A4E-4742-A5EC-70E337C65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70698-8585-408D-A50A-82C6BAF88B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94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1E756A-6CC2-49FD-B2C6-94BBA2E28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7474D1-7536-4F1B-9CB0-D3EB9F13FE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534539-C415-4FB2-BCF4-AA9959083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5850-7A6B-4577-8E5E-4628090CA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7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7C570-8D38-46A4-A221-68C08F275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DE6BD3-ADB3-4002-8C56-DD9C0767C1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5F287D-3029-4F09-A12C-3077245F7E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AE627-F7F6-4910-8AF8-EDFD7EF370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41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C1576A-CAC6-4108-AC52-7CAE92E89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FFCB32-D8F0-40DD-8DDD-4FE31F5DE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817BB7-B3C8-41CB-87F5-8A89D275B3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05F237-D2AD-46AB-9089-261059316D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19BE72-D15C-4880-BADE-7EDEFB1FE9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07ACE82-7722-4325-9638-353FC5DF31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0.png"/><Relationship Id="rId42" Type="http://schemas.openxmlformats.org/officeDocument/2006/relationships/customXml" Target="../ink/ink20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3.xml"/><Relationship Id="rId84" Type="http://schemas.openxmlformats.org/officeDocument/2006/relationships/customXml" Target="../ink/ink41.xml"/><Relationship Id="rId89" Type="http://schemas.openxmlformats.org/officeDocument/2006/relationships/image" Target="../media/image44.png"/><Relationship Id="rId16" Type="http://schemas.openxmlformats.org/officeDocument/2006/relationships/customXml" Target="../ink/ink7.xml"/><Relationship Id="rId11" Type="http://schemas.openxmlformats.org/officeDocument/2006/relationships/image" Target="../media/image5.png"/><Relationship Id="rId32" Type="http://schemas.openxmlformats.org/officeDocument/2006/relationships/customXml" Target="../ink/ink15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39.png"/><Relationship Id="rId102" Type="http://schemas.openxmlformats.org/officeDocument/2006/relationships/customXml" Target="../ink/ink50.xml"/><Relationship Id="rId5" Type="http://schemas.openxmlformats.org/officeDocument/2006/relationships/image" Target="../media/image2.png"/><Relationship Id="rId90" Type="http://schemas.openxmlformats.org/officeDocument/2006/relationships/customXml" Target="../ink/ink44.xml"/><Relationship Id="rId95" Type="http://schemas.openxmlformats.org/officeDocument/2006/relationships/image" Target="../media/image47.png"/><Relationship Id="rId22" Type="http://schemas.openxmlformats.org/officeDocument/2006/relationships/customXml" Target="../ink/ink10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34.png"/><Relationship Id="rId80" Type="http://schemas.openxmlformats.org/officeDocument/2006/relationships/customXml" Target="../ink/ink39.xml"/><Relationship Id="rId85" Type="http://schemas.openxmlformats.org/officeDocument/2006/relationships/image" Target="../media/image42.png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103" Type="http://schemas.openxmlformats.org/officeDocument/2006/relationships/image" Target="../media/image51.png"/><Relationship Id="rId20" Type="http://schemas.openxmlformats.org/officeDocument/2006/relationships/customXml" Target="../ink/ink9.xml"/><Relationship Id="rId41" Type="http://schemas.openxmlformats.org/officeDocument/2006/relationships/image" Target="../media/image20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88" Type="http://schemas.openxmlformats.org/officeDocument/2006/relationships/customXml" Target="../ink/ink43.xml"/><Relationship Id="rId91" Type="http://schemas.openxmlformats.org/officeDocument/2006/relationships/image" Target="../media/image45.png"/><Relationship Id="rId96" Type="http://schemas.openxmlformats.org/officeDocument/2006/relationships/customXml" Target="../ink/ink4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4.xml"/><Relationship Id="rId31" Type="http://schemas.openxmlformats.org/officeDocument/2006/relationships/image" Target="../media/image15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8.xml"/><Relationship Id="rId81" Type="http://schemas.openxmlformats.org/officeDocument/2006/relationships/image" Target="../media/image40.png"/><Relationship Id="rId86" Type="http://schemas.openxmlformats.org/officeDocument/2006/relationships/customXml" Target="../ink/ink42.xml"/><Relationship Id="rId94" Type="http://schemas.openxmlformats.org/officeDocument/2006/relationships/customXml" Target="../ink/ink46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8.xml"/><Relationship Id="rId39" Type="http://schemas.openxmlformats.org/officeDocument/2006/relationships/image" Target="../media/image19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7.png"/><Relationship Id="rId76" Type="http://schemas.openxmlformats.org/officeDocument/2006/relationships/customXml" Target="../ink/ink37.xml"/><Relationship Id="rId97" Type="http://schemas.openxmlformats.org/officeDocument/2006/relationships/image" Target="../media/image48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5.xml"/><Relationship Id="rId2" Type="http://schemas.openxmlformats.org/officeDocument/2006/relationships/oleObject" Target="../embeddings/Microsoft_Word_97_-_2003_Document.doc"/><Relationship Id="rId29" Type="http://schemas.openxmlformats.org/officeDocument/2006/relationships/image" Target="../media/image14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2.png"/><Relationship Id="rId66" Type="http://schemas.openxmlformats.org/officeDocument/2006/relationships/customXml" Target="../ink/ink32.xml"/><Relationship Id="rId87" Type="http://schemas.openxmlformats.org/officeDocument/2006/relationships/image" Target="../media/image43.png"/><Relationship Id="rId61" Type="http://schemas.openxmlformats.org/officeDocument/2006/relationships/image" Target="../media/image30.png"/><Relationship Id="rId82" Type="http://schemas.openxmlformats.org/officeDocument/2006/relationships/customXml" Target="../ink/ink40.xml"/><Relationship Id="rId19" Type="http://schemas.openxmlformats.org/officeDocument/2006/relationships/image" Target="../media/image9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17.png"/><Relationship Id="rId56" Type="http://schemas.openxmlformats.org/officeDocument/2006/relationships/customXml" Target="../ink/ink27.xml"/><Relationship Id="rId77" Type="http://schemas.openxmlformats.org/officeDocument/2006/relationships/image" Target="../media/image38.png"/><Relationship Id="rId100" Type="http://schemas.openxmlformats.org/officeDocument/2006/relationships/customXml" Target="../ink/ink49.xml"/><Relationship Id="rId8" Type="http://schemas.openxmlformats.org/officeDocument/2006/relationships/customXml" Target="../ink/ink3.xml"/><Relationship Id="rId51" Type="http://schemas.openxmlformats.org/officeDocument/2006/relationships/image" Target="../media/image25.png"/><Relationship Id="rId72" Type="http://schemas.openxmlformats.org/officeDocument/2006/relationships/customXml" Target="../ink/ink35.xml"/><Relationship Id="rId93" Type="http://schemas.openxmlformats.org/officeDocument/2006/relationships/image" Target="../media/image46.png"/><Relationship Id="rId98" Type="http://schemas.openxmlformats.org/officeDocument/2006/relationships/customXml" Target="../ink/ink48.xml"/><Relationship Id="rId3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0FC2EDEB-CD6D-479E-AC2A-6579F6E4C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518956"/>
              </p:ext>
            </p:extLst>
          </p:nvPr>
        </p:nvGraphicFramePr>
        <p:xfrm>
          <a:off x="534988" y="5106988"/>
          <a:ext cx="5453062" cy="244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3860" imgH="2464128" progId="Word.Document.8">
                  <p:embed/>
                </p:oleObj>
              </mc:Choice>
              <mc:Fallback>
                <p:oleObj name="Document" r:id="rId2" imgW="5483860" imgH="246412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5106988"/>
                        <a:ext cx="5453062" cy="244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Text Box 3">
            <a:extLst>
              <a:ext uri="{FF2B5EF4-FFF2-40B4-BE49-F238E27FC236}">
                <a16:creationId xmlns:a16="http://schemas.microsoft.com/office/drawing/2014/main" id="{6F9A29ED-552A-4B04-9BFF-78324234E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52400"/>
            <a:ext cx="9556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CMSC204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Kartchner</a:t>
            </a: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CD9F0903-62EA-42BD-8AD2-C0B50A70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189038"/>
            <a:ext cx="62912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V(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{Oregon, Alaska, Texas, Hawaii, Vermont, </a:t>
            </a:r>
            <a:r>
              <a:rPr lang="en-US" altLang="en-US" sz="1200" dirty="0" err="1"/>
              <a:t>NewYork</a:t>
            </a:r>
            <a:r>
              <a:rPr lang="en-US" altLang="en-US" sz="1200" dirty="0"/>
              <a:t>, California}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E(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{(Alaska, Oregon), (Hawaii, Alaska), (Hawaii, Texas), (Texas, Hawaii), (Hawaii, 	California), (Hawaii, New York), (Texas, Vermont), (Vermont, California), 	(Vermont, Alaska)}</a:t>
            </a:r>
          </a:p>
        </p:txBody>
      </p:sp>
      <p:sp>
        <p:nvSpPr>
          <p:cNvPr id="2055" name="Rectangle 8">
            <a:extLst>
              <a:ext uri="{FF2B5EF4-FFF2-40B4-BE49-F238E27FC236}">
                <a16:creationId xmlns:a16="http://schemas.microsoft.com/office/drawing/2014/main" id="{23AE5A62-58FC-45BC-8E66-2A3E942B3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29000"/>
            <a:ext cx="57912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56" name="Text Box 9">
            <a:extLst>
              <a:ext uri="{FF2B5EF4-FFF2-40B4-BE49-F238E27FC236}">
                <a16:creationId xmlns:a16="http://schemas.microsoft.com/office/drawing/2014/main" id="{DF9A9F0D-E17B-4441-A5AB-ABE3472E3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246313"/>
            <a:ext cx="1663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1.  Draw the StateGraph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4317D1C-4C2A-4F50-A2FF-1AF891C2D494}"/>
                  </a:ext>
                </a:extLst>
              </p14:cNvPr>
              <p14:cNvContentPartPr/>
              <p14:nvPr/>
            </p14:nvContentPartPr>
            <p14:xfrm>
              <a:off x="717120" y="2851543"/>
              <a:ext cx="405720" cy="285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4317D1C-4C2A-4F50-A2FF-1AF891C2D4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1000" y="2845423"/>
                <a:ext cx="41796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2BB21BD-D631-90E6-FBA4-6A8BDF5F65A2}"/>
                  </a:ext>
                </a:extLst>
              </p14:cNvPr>
              <p14:cNvContentPartPr/>
              <p14:nvPr/>
            </p14:nvContentPartPr>
            <p14:xfrm>
              <a:off x="1610640" y="1218583"/>
              <a:ext cx="360" cy="51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2BB21BD-D631-90E6-FBA4-6A8BDF5F65A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4520" y="1212463"/>
                <a:ext cx="126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7596E8-9232-D2CB-C44A-3EE75323F79E}"/>
                  </a:ext>
                </a:extLst>
              </p14:cNvPr>
              <p14:cNvContentPartPr/>
              <p14:nvPr/>
            </p14:nvContentPartPr>
            <p14:xfrm>
              <a:off x="2133360" y="1273303"/>
              <a:ext cx="360" cy="29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7596E8-9232-D2CB-C44A-3EE75323F7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27240" y="1267183"/>
                <a:ext cx="126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54ADBB-62B8-C9A0-BF01-7518BA825DB1}"/>
                  </a:ext>
                </a:extLst>
              </p14:cNvPr>
              <p14:cNvContentPartPr/>
              <p14:nvPr/>
            </p14:nvContentPartPr>
            <p14:xfrm>
              <a:off x="2629800" y="1251703"/>
              <a:ext cx="4680" cy="58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54ADBB-62B8-C9A0-BF01-7518BA825D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23680" y="1245583"/>
                <a:ext cx="169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B521A76-302A-AB88-EE0B-B7D89C0A22A6}"/>
                  </a:ext>
                </a:extLst>
              </p14:cNvPr>
              <p14:cNvContentPartPr/>
              <p14:nvPr/>
            </p14:nvContentPartPr>
            <p14:xfrm>
              <a:off x="3052080" y="1251703"/>
              <a:ext cx="6840" cy="78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B521A76-302A-AB88-EE0B-B7D89C0A22A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45960" y="1245583"/>
                <a:ext cx="190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E672D10-BFCB-BF03-BD84-4C8906234623}"/>
                  </a:ext>
                </a:extLst>
              </p14:cNvPr>
              <p14:cNvContentPartPr/>
              <p14:nvPr/>
            </p14:nvContentPartPr>
            <p14:xfrm>
              <a:off x="3580920" y="1229743"/>
              <a:ext cx="11520" cy="74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E672D10-BFCB-BF03-BD84-4C890623462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74800" y="1223623"/>
                <a:ext cx="2376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A89D20F-3D2A-5E5D-FBF4-064EC8743749}"/>
                  </a:ext>
                </a:extLst>
              </p14:cNvPr>
              <p14:cNvContentPartPr/>
              <p14:nvPr/>
            </p14:nvContentPartPr>
            <p14:xfrm>
              <a:off x="4168800" y="1218583"/>
              <a:ext cx="360" cy="96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A89D20F-3D2A-5E5D-FBF4-064EC874374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62680" y="1212463"/>
                <a:ext cx="126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4FE9559-2E78-DD8E-2842-1E1E3E6762B6}"/>
                  </a:ext>
                </a:extLst>
              </p14:cNvPr>
              <p14:cNvContentPartPr/>
              <p14:nvPr/>
            </p14:nvContentPartPr>
            <p14:xfrm>
              <a:off x="4855680" y="1208143"/>
              <a:ext cx="10080" cy="97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4FE9559-2E78-DD8E-2842-1E1E3E6762B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49560" y="1202023"/>
                <a:ext cx="223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D9EA488-D788-36B5-6794-BBFBC35FE717}"/>
                  </a:ext>
                </a:extLst>
              </p14:cNvPr>
              <p14:cNvContentPartPr/>
              <p14:nvPr/>
            </p14:nvContentPartPr>
            <p14:xfrm>
              <a:off x="608760" y="2747143"/>
              <a:ext cx="689040" cy="5641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D9EA488-D788-36B5-6794-BBFBC35FE71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2640" y="2741023"/>
                <a:ext cx="701280" cy="57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2" name="Group 2061">
            <a:extLst>
              <a:ext uri="{FF2B5EF4-FFF2-40B4-BE49-F238E27FC236}">
                <a16:creationId xmlns:a16="http://schemas.microsoft.com/office/drawing/2014/main" id="{145B4569-E83F-30BB-E26D-2D270FBA25C7}"/>
              </a:ext>
            </a:extLst>
          </p:cNvPr>
          <p:cNvGrpSpPr/>
          <p:nvPr/>
        </p:nvGrpSpPr>
        <p:grpSpPr>
          <a:xfrm>
            <a:off x="683280" y="2381743"/>
            <a:ext cx="4781880" cy="2540160"/>
            <a:chOff x="683280" y="2381743"/>
            <a:chExt cx="4781880" cy="254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6B7A16-6ABD-A177-A947-D8E62B377872}"/>
                    </a:ext>
                  </a:extLst>
                </p14:cNvPr>
                <p14:cNvContentPartPr/>
                <p14:nvPr/>
              </p14:nvContentPartPr>
              <p14:xfrm>
                <a:off x="2232000" y="2644903"/>
                <a:ext cx="43920" cy="326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6B7A16-6ABD-A177-A947-D8E62B37787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25880" y="2638783"/>
                  <a:ext cx="561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286416B-8AA2-209C-08D9-D85A0D4E6163}"/>
                    </a:ext>
                  </a:extLst>
                </p14:cNvPr>
                <p14:cNvContentPartPr/>
                <p14:nvPr/>
              </p14:nvContentPartPr>
              <p14:xfrm>
                <a:off x="2329200" y="2655703"/>
                <a:ext cx="195120" cy="329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286416B-8AA2-209C-08D9-D85A0D4E616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23080" y="2649583"/>
                  <a:ext cx="2073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5A32327-CDE2-83F6-C18A-17DDD6C0EAAF}"/>
                    </a:ext>
                  </a:extLst>
                </p14:cNvPr>
                <p14:cNvContentPartPr/>
                <p14:nvPr/>
              </p14:nvContentPartPr>
              <p14:xfrm>
                <a:off x="2243520" y="2841103"/>
                <a:ext cx="194760" cy="2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5A32327-CDE2-83F6-C18A-17DDD6C0EAA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37400" y="2834983"/>
                  <a:ext cx="2070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D6048BA-3F70-9E3C-46C5-B23215BCA739}"/>
                    </a:ext>
                  </a:extLst>
                </p14:cNvPr>
                <p14:cNvContentPartPr/>
                <p14:nvPr/>
              </p14:nvContentPartPr>
              <p14:xfrm>
                <a:off x="1967400" y="2524303"/>
                <a:ext cx="733320" cy="632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D6048BA-3F70-9E3C-46C5-B23215BCA73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61280" y="2518183"/>
                  <a:ext cx="74556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DCC6F2A-10A2-654F-A4AE-C452BD4BAA5F}"/>
                    </a:ext>
                  </a:extLst>
                </p14:cNvPr>
                <p14:cNvContentPartPr/>
                <p14:nvPr/>
              </p14:nvContentPartPr>
              <p14:xfrm>
                <a:off x="1340280" y="2917063"/>
                <a:ext cx="575640" cy="76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DCC6F2A-10A2-654F-A4AE-C452BD4BAA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34160" y="2910943"/>
                  <a:ext cx="587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3CE3D79-E585-40E5-6D52-C9BDBB73FEF4}"/>
                    </a:ext>
                  </a:extLst>
                </p14:cNvPr>
                <p14:cNvContentPartPr/>
                <p14:nvPr/>
              </p14:nvContentPartPr>
              <p14:xfrm>
                <a:off x="1273320" y="2873503"/>
                <a:ext cx="348480" cy="184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3CE3D79-E585-40E5-6D52-C9BDBB73FE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67200" y="2867383"/>
                  <a:ext cx="3607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395F8E1-C90A-FCD2-D9A9-89C88956F291}"/>
                    </a:ext>
                  </a:extLst>
                </p14:cNvPr>
                <p14:cNvContentPartPr/>
                <p14:nvPr/>
              </p14:nvContentPartPr>
              <p14:xfrm>
                <a:off x="4898160" y="4255903"/>
                <a:ext cx="12960" cy="381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395F8E1-C90A-FCD2-D9A9-89C88956F29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92040" y="4249783"/>
                  <a:ext cx="2520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4E83562-2391-6344-BF30-B3FB45071891}"/>
                    </a:ext>
                  </a:extLst>
                </p14:cNvPr>
                <p14:cNvContentPartPr/>
                <p14:nvPr/>
              </p14:nvContentPartPr>
              <p14:xfrm>
                <a:off x="5111640" y="4277863"/>
                <a:ext cx="15480" cy="321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4E83562-2391-6344-BF30-B3FB4507189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05520" y="4271743"/>
                  <a:ext cx="277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56335BB-E854-D459-09DC-DCD2CF2E672C}"/>
                    </a:ext>
                  </a:extLst>
                </p14:cNvPr>
                <p14:cNvContentPartPr/>
                <p14:nvPr/>
              </p14:nvContentPartPr>
              <p14:xfrm>
                <a:off x="4908960" y="4440943"/>
                <a:ext cx="1623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56335BB-E854-D459-09DC-DCD2CF2E672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02840" y="4434823"/>
                  <a:ext cx="174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9B974B-C65A-7119-6B58-198734A27BA0}"/>
                    </a:ext>
                  </a:extLst>
                </p14:cNvPr>
                <p14:cNvContentPartPr/>
                <p14:nvPr/>
              </p14:nvContentPartPr>
              <p14:xfrm>
                <a:off x="4656600" y="4114423"/>
                <a:ext cx="808560" cy="600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9B974B-C65A-7119-6B58-198734A27BA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50480" y="4108303"/>
                  <a:ext cx="82080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B458C82-AAB6-0C8C-2D1B-D8D2451A30E7}"/>
                    </a:ext>
                  </a:extLst>
                </p14:cNvPr>
                <p14:cNvContentPartPr/>
                <p14:nvPr/>
              </p14:nvContentPartPr>
              <p14:xfrm>
                <a:off x="2763720" y="3136663"/>
                <a:ext cx="2069640" cy="999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B458C82-AAB6-0C8C-2D1B-D8D2451A30E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57600" y="3130543"/>
                  <a:ext cx="2081880" cy="10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460E583-E03A-844A-D7E7-23BBBB88EF3B}"/>
                    </a:ext>
                  </a:extLst>
                </p14:cNvPr>
                <p14:cNvContentPartPr/>
                <p14:nvPr/>
              </p14:nvContentPartPr>
              <p14:xfrm>
                <a:off x="2742840" y="3101743"/>
                <a:ext cx="630000" cy="66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460E583-E03A-844A-D7E7-23BBBB88EF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36720" y="3095623"/>
                  <a:ext cx="642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8DFECB7-8249-08BA-BE00-0A69A48D0DBD}"/>
                    </a:ext>
                  </a:extLst>
                </p14:cNvPr>
                <p14:cNvContentPartPr/>
                <p14:nvPr/>
              </p14:nvContentPartPr>
              <p14:xfrm>
                <a:off x="2721240" y="3134863"/>
                <a:ext cx="299160" cy="158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8DFECB7-8249-08BA-BE00-0A69A48D0DB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15120" y="3128743"/>
                  <a:ext cx="3114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948891F-048E-914F-4C79-351BC425970E}"/>
                    </a:ext>
                  </a:extLst>
                </p14:cNvPr>
                <p14:cNvContentPartPr/>
                <p14:nvPr/>
              </p14:nvContentPartPr>
              <p14:xfrm>
                <a:off x="3297960" y="4190383"/>
                <a:ext cx="11880" cy="271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948891F-048E-914F-4C79-351BC425970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91840" y="4184263"/>
                  <a:ext cx="24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C0B6AAB-949A-55F0-DD1B-915B88E05B64}"/>
                    </a:ext>
                  </a:extLst>
                </p14:cNvPr>
                <p14:cNvContentPartPr/>
                <p14:nvPr/>
              </p14:nvContentPartPr>
              <p14:xfrm>
                <a:off x="3124080" y="4092463"/>
                <a:ext cx="543240" cy="42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C0B6AAB-949A-55F0-DD1B-915B88E05B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17960" y="4086343"/>
                  <a:ext cx="555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8EAC7AF-BFA5-7143-6833-D229BF80CC25}"/>
                    </a:ext>
                  </a:extLst>
                </p14:cNvPr>
                <p14:cNvContentPartPr/>
                <p14:nvPr/>
              </p14:nvContentPartPr>
              <p14:xfrm>
                <a:off x="2968920" y="3961423"/>
                <a:ext cx="786960" cy="632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8EAC7AF-BFA5-7143-6833-D229BF80CC2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62800" y="3955303"/>
                  <a:ext cx="79920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A74C1D4-F868-3780-C138-7CC5D2EDC8C4}"/>
                    </a:ext>
                  </a:extLst>
                </p14:cNvPr>
                <p14:cNvContentPartPr/>
                <p14:nvPr/>
              </p14:nvContentPartPr>
              <p14:xfrm>
                <a:off x="3763440" y="4221343"/>
                <a:ext cx="895320" cy="122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A74C1D4-F868-3780-C138-7CC5D2EDC8C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57320" y="4215223"/>
                  <a:ext cx="9075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4C23949-5B1E-51CE-C644-2A505AFDB069}"/>
                    </a:ext>
                  </a:extLst>
                </p14:cNvPr>
                <p14:cNvContentPartPr/>
                <p14:nvPr/>
              </p14:nvContentPartPr>
              <p14:xfrm>
                <a:off x="3735720" y="4157983"/>
                <a:ext cx="285480" cy="190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4C23949-5B1E-51CE-C644-2A505AFDB06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29600" y="4151863"/>
                  <a:ext cx="2977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1DA05B6-5CA1-8CBB-011B-E55C20F7BB8F}"/>
                    </a:ext>
                  </a:extLst>
                </p14:cNvPr>
                <p14:cNvContentPartPr/>
                <p14:nvPr/>
              </p14:nvContentPartPr>
              <p14:xfrm>
                <a:off x="3776760" y="4299463"/>
                <a:ext cx="858600" cy="175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1DA05B6-5CA1-8CBB-011B-E55C20F7BB8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70640" y="4293343"/>
                  <a:ext cx="8708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3872B65-31C9-726E-F43F-12E66545CF13}"/>
                    </a:ext>
                  </a:extLst>
                </p14:cNvPr>
                <p14:cNvContentPartPr/>
                <p14:nvPr/>
              </p14:nvContentPartPr>
              <p14:xfrm>
                <a:off x="4535640" y="4364983"/>
                <a:ext cx="154800" cy="235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3872B65-31C9-726E-F43F-12E66545CF1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29520" y="4358863"/>
                  <a:ext cx="167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82B79BB-7874-F1AD-3226-85400CA324BC}"/>
                    </a:ext>
                  </a:extLst>
                </p14:cNvPr>
                <p14:cNvContentPartPr/>
                <p14:nvPr/>
              </p14:nvContentPartPr>
              <p14:xfrm>
                <a:off x="978480" y="4070503"/>
                <a:ext cx="416520" cy="263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82B79BB-7874-F1AD-3226-85400CA324B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2360" y="4064383"/>
                  <a:ext cx="4287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5ECD7A8-0220-6844-3FAF-AD02431ACED2}"/>
                    </a:ext>
                  </a:extLst>
                </p14:cNvPr>
                <p14:cNvContentPartPr/>
                <p14:nvPr/>
              </p14:nvContentPartPr>
              <p14:xfrm>
                <a:off x="683280" y="3928663"/>
                <a:ext cx="917640" cy="722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5ECD7A8-0220-6844-3FAF-AD02431ACED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7160" y="3922543"/>
                  <a:ext cx="92988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33CDA79-DC56-846F-DAA7-6A3DAF83059E}"/>
                    </a:ext>
                  </a:extLst>
                </p14:cNvPr>
                <p14:cNvContentPartPr/>
                <p14:nvPr/>
              </p14:nvContentPartPr>
              <p14:xfrm>
                <a:off x="1442520" y="4620943"/>
                <a:ext cx="3499560" cy="300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33CDA79-DC56-846F-DAA7-6A3DAF83059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36400" y="4614823"/>
                  <a:ext cx="35118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1530329-5BD8-EAD3-043B-74E53947B4F6}"/>
                    </a:ext>
                  </a:extLst>
                </p14:cNvPr>
                <p14:cNvContentPartPr/>
                <p14:nvPr/>
              </p14:nvContentPartPr>
              <p14:xfrm>
                <a:off x="1434600" y="4615183"/>
                <a:ext cx="29160" cy="190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1530329-5BD8-EAD3-043B-74E53947B4F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428480" y="4609063"/>
                  <a:ext cx="414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BD1EFF-A05D-2560-C96C-754583A72EC6}"/>
                    </a:ext>
                  </a:extLst>
                </p14:cNvPr>
                <p14:cNvContentPartPr/>
                <p14:nvPr/>
              </p14:nvContentPartPr>
              <p14:xfrm>
                <a:off x="1447200" y="4593223"/>
                <a:ext cx="423720" cy="11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BD1EFF-A05D-2560-C96C-754583A72EC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41080" y="4587103"/>
                  <a:ext cx="435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322D941-C6E8-A4A3-9555-65F42516802E}"/>
                    </a:ext>
                  </a:extLst>
                </p14:cNvPr>
                <p14:cNvContentPartPr/>
                <p14:nvPr/>
              </p14:nvContentPartPr>
              <p14:xfrm>
                <a:off x="4821480" y="2579743"/>
                <a:ext cx="22680" cy="433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322D941-C6E8-A4A3-9555-65F42516802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15360" y="2573623"/>
                  <a:ext cx="3492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51016A2-460C-9001-B061-AFBB0A95C065}"/>
                    </a:ext>
                  </a:extLst>
                </p14:cNvPr>
                <p14:cNvContentPartPr/>
                <p14:nvPr/>
              </p14:nvContentPartPr>
              <p14:xfrm>
                <a:off x="4800240" y="2579743"/>
                <a:ext cx="327240" cy="334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51016A2-460C-9001-B061-AFBB0A95C06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94120" y="2573623"/>
                  <a:ext cx="3394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B5A7650-210B-113D-6DEE-E25D6C7C7D12}"/>
                    </a:ext>
                  </a:extLst>
                </p14:cNvPr>
                <p14:cNvContentPartPr/>
                <p14:nvPr/>
              </p14:nvContentPartPr>
              <p14:xfrm>
                <a:off x="4460760" y="2381743"/>
                <a:ext cx="918720" cy="754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B5A7650-210B-113D-6DEE-E25D6C7C7D1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54640" y="2375623"/>
                  <a:ext cx="930960" cy="76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08606D4-8651-3E5A-C7C8-6DD8FAE67172}"/>
                    </a:ext>
                  </a:extLst>
                </p14:cNvPr>
                <p14:cNvContentPartPr/>
                <p14:nvPr/>
              </p14:nvContentPartPr>
              <p14:xfrm>
                <a:off x="5094000" y="3157903"/>
                <a:ext cx="229680" cy="934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08606D4-8651-3E5A-C7C8-6DD8FAE6717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087880" y="3151783"/>
                  <a:ext cx="241920" cy="9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D3D43E8-4F21-7ED8-F1F3-BA6C9B1F4DBF}"/>
                    </a:ext>
                  </a:extLst>
                </p14:cNvPr>
                <p14:cNvContentPartPr/>
                <p14:nvPr/>
              </p14:nvContentPartPr>
              <p14:xfrm>
                <a:off x="5078880" y="3112903"/>
                <a:ext cx="4680" cy="201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D3D43E8-4F21-7ED8-F1F3-BA6C9B1F4DB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072760" y="3106783"/>
                  <a:ext cx="169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EBCB342-2E80-3FA1-68B6-764BCA205454}"/>
                    </a:ext>
                  </a:extLst>
                </p14:cNvPr>
                <p14:cNvContentPartPr/>
                <p14:nvPr/>
              </p14:nvContentPartPr>
              <p14:xfrm>
                <a:off x="5083200" y="3123703"/>
                <a:ext cx="303840" cy="33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EBCB342-2E80-3FA1-68B6-764BCA20545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77080" y="3117583"/>
                  <a:ext cx="316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57D8DBD-07EF-3FDC-E7F7-4D6196BCDD62}"/>
                    </a:ext>
                  </a:extLst>
                </p14:cNvPr>
                <p14:cNvContentPartPr/>
                <p14:nvPr/>
              </p14:nvContentPartPr>
              <p14:xfrm>
                <a:off x="1937520" y="3602863"/>
                <a:ext cx="279000" cy="287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57D8DBD-07EF-3FDC-E7F7-4D6196BCDD6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31400" y="3596743"/>
                  <a:ext cx="2912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394A00D-96C1-B704-EF5B-5CDDE489A5CB}"/>
                    </a:ext>
                  </a:extLst>
                </p14:cNvPr>
                <p14:cNvContentPartPr/>
                <p14:nvPr/>
              </p14:nvContentPartPr>
              <p14:xfrm>
                <a:off x="1805760" y="3461023"/>
                <a:ext cx="513360" cy="490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394A00D-96C1-B704-EF5B-5CDDE489A5C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99640" y="3454903"/>
                  <a:ext cx="52560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E7A6FBA-7F4A-8BF0-33F6-B7C77D4D58F8}"/>
                    </a:ext>
                  </a:extLst>
                </p14:cNvPr>
                <p14:cNvContentPartPr/>
                <p14:nvPr/>
              </p14:nvContentPartPr>
              <p14:xfrm>
                <a:off x="2333520" y="3970063"/>
                <a:ext cx="649440" cy="287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E7A6FBA-7F4A-8BF0-33F6-B7C77D4D58F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27400" y="3963943"/>
                  <a:ext cx="6616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CAB2A22-0547-C862-9DDD-D0EB0C16EA4D}"/>
                    </a:ext>
                  </a:extLst>
                </p14:cNvPr>
                <p14:cNvContentPartPr/>
                <p14:nvPr/>
              </p14:nvContentPartPr>
              <p14:xfrm>
                <a:off x="2318400" y="3896623"/>
                <a:ext cx="360" cy="227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CAB2A22-0547-C862-9DDD-D0EB0C16EA4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12280" y="3890503"/>
                  <a:ext cx="126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048" name="Ink 2047">
                  <a:extLst>
                    <a:ext uri="{FF2B5EF4-FFF2-40B4-BE49-F238E27FC236}">
                      <a16:creationId xmlns:a16="http://schemas.microsoft.com/office/drawing/2014/main" id="{6CAA5461-AA59-E5BC-5BC5-6D65B5A0D943}"/>
                    </a:ext>
                  </a:extLst>
                </p14:cNvPr>
                <p14:cNvContentPartPr/>
                <p14:nvPr/>
              </p14:nvContentPartPr>
              <p14:xfrm>
                <a:off x="2318400" y="3918583"/>
                <a:ext cx="202320" cy="58320"/>
              </p14:xfrm>
            </p:contentPart>
          </mc:Choice>
          <mc:Fallback>
            <p:pic>
              <p:nvPicPr>
                <p:cNvPr id="2048" name="Ink 2047">
                  <a:extLst>
                    <a:ext uri="{FF2B5EF4-FFF2-40B4-BE49-F238E27FC236}">
                      <a16:creationId xmlns:a16="http://schemas.microsoft.com/office/drawing/2014/main" id="{6CAA5461-AA59-E5BC-5BC5-6D65B5A0D94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12280" y="3912463"/>
                  <a:ext cx="214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052" name="Ink 2051">
                  <a:extLst>
                    <a:ext uri="{FF2B5EF4-FFF2-40B4-BE49-F238E27FC236}">
                      <a16:creationId xmlns:a16="http://schemas.microsoft.com/office/drawing/2014/main" id="{4C1515C4-733A-3E7F-F6E9-E71AE23940F7}"/>
                    </a:ext>
                  </a:extLst>
                </p14:cNvPr>
                <p14:cNvContentPartPr/>
                <p14:nvPr/>
              </p14:nvContentPartPr>
              <p14:xfrm>
                <a:off x="1396440" y="3668023"/>
                <a:ext cx="399600" cy="275040"/>
              </p14:xfrm>
            </p:contentPart>
          </mc:Choice>
          <mc:Fallback>
            <p:pic>
              <p:nvPicPr>
                <p:cNvPr id="2052" name="Ink 2051">
                  <a:extLst>
                    <a:ext uri="{FF2B5EF4-FFF2-40B4-BE49-F238E27FC236}">
                      <a16:creationId xmlns:a16="http://schemas.microsoft.com/office/drawing/2014/main" id="{4C1515C4-733A-3E7F-F6E9-E71AE23940F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90320" y="3661903"/>
                  <a:ext cx="411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053" name="Ink 2052">
                  <a:extLst>
                    <a:ext uri="{FF2B5EF4-FFF2-40B4-BE49-F238E27FC236}">
                      <a16:creationId xmlns:a16="http://schemas.microsoft.com/office/drawing/2014/main" id="{CD8A4D8A-D498-7367-8106-912403E542A9}"/>
                    </a:ext>
                  </a:extLst>
                </p14:cNvPr>
                <p14:cNvContentPartPr/>
                <p14:nvPr/>
              </p14:nvContentPartPr>
              <p14:xfrm>
                <a:off x="1316520" y="3809503"/>
                <a:ext cx="336600" cy="192240"/>
              </p14:xfrm>
            </p:contentPart>
          </mc:Choice>
          <mc:Fallback>
            <p:pic>
              <p:nvPicPr>
                <p:cNvPr id="2053" name="Ink 2052">
                  <a:extLst>
                    <a:ext uri="{FF2B5EF4-FFF2-40B4-BE49-F238E27FC236}">
                      <a16:creationId xmlns:a16="http://schemas.microsoft.com/office/drawing/2014/main" id="{CD8A4D8A-D498-7367-8106-912403E542A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10400" y="3803383"/>
                  <a:ext cx="348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058" name="Ink 2057">
                  <a:extLst>
                    <a:ext uri="{FF2B5EF4-FFF2-40B4-BE49-F238E27FC236}">
                      <a16:creationId xmlns:a16="http://schemas.microsoft.com/office/drawing/2014/main" id="{ECBD184F-A04D-E93A-E768-07A36C6F81C6}"/>
                    </a:ext>
                  </a:extLst>
                </p14:cNvPr>
                <p14:cNvContentPartPr/>
                <p14:nvPr/>
              </p14:nvContentPartPr>
              <p14:xfrm>
                <a:off x="2034720" y="3142783"/>
                <a:ext cx="117000" cy="307800"/>
              </p14:xfrm>
            </p:contentPart>
          </mc:Choice>
          <mc:Fallback>
            <p:pic>
              <p:nvPicPr>
                <p:cNvPr id="2058" name="Ink 2057">
                  <a:extLst>
                    <a:ext uri="{FF2B5EF4-FFF2-40B4-BE49-F238E27FC236}">
                      <a16:creationId xmlns:a16="http://schemas.microsoft.com/office/drawing/2014/main" id="{ECBD184F-A04D-E93A-E768-07A36C6F81C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28600" y="3136663"/>
                  <a:ext cx="1292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059" name="Ink 2058">
                  <a:extLst>
                    <a:ext uri="{FF2B5EF4-FFF2-40B4-BE49-F238E27FC236}">
                      <a16:creationId xmlns:a16="http://schemas.microsoft.com/office/drawing/2014/main" id="{18AD4E08-7983-EAC1-C148-1C069DEB46E0}"/>
                    </a:ext>
                  </a:extLst>
                </p14:cNvPr>
                <p14:cNvContentPartPr/>
                <p14:nvPr/>
              </p14:nvContentPartPr>
              <p14:xfrm>
                <a:off x="2089440" y="3115063"/>
                <a:ext cx="127080" cy="218880"/>
              </p14:xfrm>
            </p:contentPart>
          </mc:Choice>
          <mc:Fallback>
            <p:pic>
              <p:nvPicPr>
                <p:cNvPr id="2059" name="Ink 2058">
                  <a:extLst>
                    <a:ext uri="{FF2B5EF4-FFF2-40B4-BE49-F238E27FC236}">
                      <a16:creationId xmlns:a16="http://schemas.microsoft.com/office/drawing/2014/main" id="{18AD4E08-7983-EAC1-C148-1C069DEB46E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83320" y="3108943"/>
                  <a:ext cx="1393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061" name="Ink 2060">
                  <a:extLst>
                    <a:ext uri="{FF2B5EF4-FFF2-40B4-BE49-F238E27FC236}">
                      <a16:creationId xmlns:a16="http://schemas.microsoft.com/office/drawing/2014/main" id="{510CFC34-2E94-413C-8249-0D62701ACC44}"/>
                    </a:ext>
                  </a:extLst>
                </p14:cNvPr>
                <p14:cNvContentPartPr/>
                <p14:nvPr/>
              </p14:nvContentPartPr>
              <p14:xfrm>
                <a:off x="1989000" y="3112903"/>
                <a:ext cx="133920" cy="61920"/>
              </p14:xfrm>
            </p:contentPart>
          </mc:Choice>
          <mc:Fallback>
            <p:pic>
              <p:nvPicPr>
                <p:cNvPr id="2061" name="Ink 2060">
                  <a:extLst>
                    <a:ext uri="{FF2B5EF4-FFF2-40B4-BE49-F238E27FC236}">
                      <a16:creationId xmlns:a16="http://schemas.microsoft.com/office/drawing/2014/main" id="{510CFC34-2E94-413C-8249-0D62701ACC4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982880" y="3106783"/>
                  <a:ext cx="146160" cy="74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C129A688-1F3C-4C9F-9AC5-19802C32F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5446713"/>
            <a:ext cx="3217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3.   b.   Show the adjacency lists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           that would describe the edges in the graph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F1D4401-FBEF-43F9-BEE5-1B122142E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019800"/>
            <a:ext cx="12954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3641C4-B2C2-437B-AAA3-9677860519ED}"/>
              </a:ext>
            </a:extLst>
          </p:cNvPr>
          <p:cNvGrpSpPr/>
          <p:nvPr/>
        </p:nvGrpSpPr>
        <p:grpSpPr>
          <a:xfrm>
            <a:off x="914400" y="1447800"/>
            <a:ext cx="5486400" cy="2590800"/>
            <a:chOff x="381000" y="6248400"/>
            <a:chExt cx="5486400" cy="259080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150515A3-7AEC-4F11-96B7-7933E596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6553200"/>
              <a:ext cx="1143000" cy="228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dirty="0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AC614A04-AAA4-4C45-9079-2C377ECCE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477000"/>
              <a:ext cx="3962400" cy="2362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CC31319-0CFB-4318-B56D-38F795438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6248400"/>
              <a:ext cx="54927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States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4B944C5-4159-45AC-A452-4E3D1B0B311C}"/>
              </a:ext>
            </a:extLst>
          </p:cNvPr>
          <p:cNvSpPr/>
          <p:nvPr/>
        </p:nvSpPr>
        <p:spPr>
          <a:xfrm>
            <a:off x="457200" y="304800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tabLst>
                <a:tab pos="228600" algn="l"/>
              </a:tabLst>
            </a:pPr>
            <a:r>
              <a:rPr lang="en-US" sz="1200" dirty="0">
                <a:ea typeface="Times New Roman" panose="02020603050405020304" pitchFamily="18" charset="0"/>
              </a:rPr>
              <a:t>a.  Show the adjacency matrix that would describe the edges in the graph. Store the vertices in alphabetical order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DDB6BB-0FD8-CFF3-1978-D0936A54651D}"/>
              </a:ext>
            </a:extLst>
          </p:cNvPr>
          <p:cNvSpPr txBox="1"/>
          <p:nvPr/>
        </p:nvSpPr>
        <p:spPr>
          <a:xfrm>
            <a:off x="952500" y="1752600"/>
            <a:ext cx="1143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Alaska</a:t>
            </a:r>
          </a:p>
          <a:p>
            <a:r>
              <a:rPr lang="en-US" sz="1600" dirty="0"/>
              <a:t>California</a:t>
            </a:r>
          </a:p>
          <a:p>
            <a:r>
              <a:rPr lang="en-US" sz="1600" dirty="0"/>
              <a:t>Hawaii</a:t>
            </a:r>
          </a:p>
          <a:p>
            <a:r>
              <a:rPr lang="en-US" sz="1600" dirty="0" err="1"/>
              <a:t>NewYork</a:t>
            </a:r>
            <a:endParaRPr lang="en-US" sz="1600" dirty="0"/>
          </a:p>
          <a:p>
            <a:r>
              <a:rPr lang="en-US" sz="1600" dirty="0"/>
              <a:t>Oregon</a:t>
            </a:r>
          </a:p>
          <a:p>
            <a:r>
              <a:rPr lang="en-US" sz="1600" dirty="0"/>
              <a:t>Texas</a:t>
            </a:r>
          </a:p>
          <a:p>
            <a:r>
              <a:rPr lang="en-US" sz="1600" dirty="0"/>
              <a:t>Vermont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43229-A0E1-003D-72C9-F772C808B0AD}"/>
              </a:ext>
            </a:extLst>
          </p:cNvPr>
          <p:cNvSpPr txBox="1"/>
          <p:nvPr/>
        </p:nvSpPr>
        <p:spPr>
          <a:xfrm>
            <a:off x="2476500" y="1214734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   C    H    N    O    T    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F05A3-6720-E4FA-87A5-A7FD6480BC51}"/>
              </a:ext>
            </a:extLst>
          </p:cNvPr>
          <p:cNvSpPr txBox="1"/>
          <p:nvPr/>
        </p:nvSpPr>
        <p:spPr>
          <a:xfrm>
            <a:off x="914400" y="6019800"/>
            <a:ext cx="485457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 -&gt; O</a:t>
            </a:r>
            <a:br>
              <a:rPr lang="pt-BR" dirty="0"/>
            </a:br>
            <a:r>
              <a:rPr lang="pt-BR" dirty="0"/>
              <a:t>C -&gt; none</a:t>
            </a:r>
            <a:br>
              <a:rPr lang="pt-BR" dirty="0"/>
            </a:br>
            <a:r>
              <a:rPr lang="pt-BR" dirty="0"/>
              <a:t>H -&gt; A, C, N, T</a:t>
            </a:r>
            <a:br>
              <a:rPr lang="pt-BR" dirty="0"/>
            </a:br>
            <a:r>
              <a:rPr lang="pt-BR" dirty="0"/>
              <a:t>N -&gt; none</a:t>
            </a:r>
            <a:br>
              <a:rPr lang="pt-BR" dirty="0"/>
            </a:br>
            <a:r>
              <a:rPr lang="pt-BR" dirty="0"/>
              <a:t>O -&gt; none</a:t>
            </a:r>
            <a:br>
              <a:rPr lang="pt-BR" dirty="0"/>
            </a:br>
            <a:r>
              <a:rPr lang="pt-BR" dirty="0"/>
              <a:t>T -&gt; H, V</a:t>
            </a:r>
            <a:br>
              <a:rPr lang="pt-BR" dirty="0"/>
            </a:br>
            <a:r>
              <a:rPr lang="pt-BR" dirty="0"/>
              <a:t>V -&gt; A, C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12F6EB-6E51-4D79-A0FF-C5A8AE9C43B3}"/>
              </a:ext>
            </a:extLst>
          </p:cNvPr>
          <p:cNvSpPr txBox="1"/>
          <p:nvPr/>
        </p:nvSpPr>
        <p:spPr>
          <a:xfrm>
            <a:off x="2476500" y="1752600"/>
            <a:ext cx="3924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0         0        0         0        1        0        0</a:t>
            </a:r>
          </a:p>
          <a:p>
            <a:r>
              <a:rPr lang="en-US" sz="1600" dirty="0"/>
              <a:t>0         0        0         0        0        0        0</a:t>
            </a:r>
          </a:p>
          <a:p>
            <a:r>
              <a:rPr lang="en-US" sz="1600" dirty="0"/>
              <a:t>1         1        0         1        0        1        0</a:t>
            </a:r>
          </a:p>
          <a:p>
            <a:r>
              <a:rPr lang="en-US" sz="1600" dirty="0"/>
              <a:t>0         0        0         0        0        0        0</a:t>
            </a:r>
          </a:p>
          <a:p>
            <a:r>
              <a:rPr lang="en-US" sz="1600" dirty="0"/>
              <a:t>0         0        0         0        0        0        0</a:t>
            </a:r>
          </a:p>
          <a:p>
            <a:r>
              <a:rPr lang="en-US" sz="1600" dirty="0"/>
              <a:t>0         0        1         0        0        0        1</a:t>
            </a:r>
          </a:p>
          <a:p>
            <a:r>
              <a:rPr lang="en-US" sz="1600" dirty="0"/>
              <a:t>1         1        0         0        0        0        0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977FDE-32EA-465E-AADB-9C989EE1C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43910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44F9C34-5703-4C24-9E52-5CCFFBD6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40534"/>
            <a:ext cx="570425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a.    Which of the following lists the graph nodes in depth first order beginning with E?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	E, G, F, C, D, B,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	G, A, E, C, B, F, 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	E, G, A, D, F, C, 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200" dirty="0">
                <a:highlight>
                  <a:srgbClr val="FFFF00"/>
                </a:highlight>
              </a:rPr>
              <a:t>D)	E, C, F, B, A, D, G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45A182C-00FA-4567-8FE6-CAFB6DBCF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800600"/>
            <a:ext cx="5715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b.    Which of the following lists the graph nodes in breadth first order beginning at F?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highlight>
                  <a:srgbClr val="FFFF00"/>
                </a:highlight>
              </a:rPr>
              <a:t>	A)  F, C, D, A, B, E, 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  F, D, C, A, B, C, 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  F, C, D, B, G, A, 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  a, b, and c are all breadth first traversals </a:t>
            </a:r>
          </a:p>
        </p:txBody>
      </p:sp>
    </p:spTree>
    <p:extLst>
      <p:ext uri="{BB962C8B-B14F-4D97-AF65-F5344CB8AC3E}">
        <p14:creationId xmlns:p14="http://schemas.microsoft.com/office/powerpoint/2010/main" val="284533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9_633b">
            <a:extLst>
              <a:ext uri="{FF2B5EF4-FFF2-40B4-BE49-F238E27FC236}">
                <a16:creationId xmlns:a16="http://schemas.microsoft.com/office/drawing/2014/main" id="{31561808-D3EA-42DE-AACF-7FE716DB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4648200" cy="28559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Text Box 5">
            <a:extLst>
              <a:ext uri="{FF2B5EF4-FFF2-40B4-BE49-F238E27FC236}">
                <a16:creationId xmlns:a16="http://schemas.microsoft.com/office/drawing/2014/main" id="{6A9A4ED3-BE14-4EA7-88B6-70C20075B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3911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5.  Find the shortest </a:t>
            </a:r>
            <a:r>
              <a:rPr lang="en-US" altLang="en-US" sz="1200" u="sng" dirty="0"/>
              <a:t>distance</a:t>
            </a:r>
            <a:r>
              <a:rPr lang="en-US" altLang="en-US" sz="1200" dirty="0"/>
              <a:t> from Atlanta to every other city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261B0C-E08B-65A1-8C18-CC5F39AE14AB}"/>
              </a:ext>
            </a:extLst>
          </p:cNvPr>
          <p:cNvSpPr txBox="1"/>
          <p:nvPr/>
        </p:nvSpPr>
        <p:spPr>
          <a:xfrm>
            <a:off x="990600" y="4724400"/>
            <a:ext cx="34758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Atlanta – Washington: 600</a:t>
            </a:r>
          </a:p>
          <a:p>
            <a:r>
              <a:rPr lang="en-US" dirty="0"/>
              <a:t>Atlanta – Houston: 800</a:t>
            </a:r>
          </a:p>
          <a:p>
            <a:r>
              <a:rPr lang="en-US" dirty="0"/>
              <a:t>Atlanta – Denver: 2680</a:t>
            </a:r>
          </a:p>
          <a:p>
            <a:r>
              <a:rPr lang="en-US" dirty="0"/>
              <a:t>Atlanta – Chicago: 3680</a:t>
            </a:r>
          </a:p>
          <a:p>
            <a:r>
              <a:rPr lang="en-US" dirty="0"/>
              <a:t>Atlanta – Dallas: 1980</a:t>
            </a:r>
          </a:p>
          <a:p>
            <a:r>
              <a:rPr lang="en-US" dirty="0"/>
              <a:t>Atlanta – Austin: 2100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5">
            <a:extLst>
              <a:ext uri="{FF2B5EF4-FFF2-40B4-BE49-F238E27FC236}">
                <a16:creationId xmlns:a16="http://schemas.microsoft.com/office/drawing/2014/main" id="{173F8752-B146-46CD-B46E-CFF49491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9600"/>
            <a:ext cx="494244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6.  Find the minimal spanning tree using Prim’s algorithm.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0 as the source vertex .  Show the steps.</a:t>
            </a:r>
          </a:p>
        </p:txBody>
      </p:sp>
      <p:pic>
        <p:nvPicPr>
          <p:cNvPr id="2051" name="Picture 5">
            <a:extLst>
              <a:ext uri="{FF2B5EF4-FFF2-40B4-BE49-F238E27FC236}">
                <a16:creationId xmlns:a16="http://schemas.microsoft.com/office/drawing/2014/main" id="{46AC5A2B-1B00-4434-8F50-20AAD41C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506083-945C-A3A6-FAAF-66542C2BEA29}"/>
              </a:ext>
            </a:extLst>
          </p:cNvPr>
          <p:cNvSpPr txBox="1"/>
          <p:nvPr/>
        </p:nvSpPr>
        <p:spPr>
          <a:xfrm>
            <a:off x="1600200" y="4191000"/>
            <a:ext cx="41312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dirty="0"/>
              <a:t>Least cost is from 0 to 2, (3)</a:t>
            </a:r>
          </a:p>
          <a:p>
            <a:pPr marL="457200" indent="-457200">
              <a:buAutoNum type="arabicPeriod"/>
            </a:pPr>
            <a:r>
              <a:rPr lang="en-US" dirty="0"/>
              <a:t>Least cost is from 2 to 5, (1)</a:t>
            </a:r>
          </a:p>
          <a:p>
            <a:pPr marL="457200" indent="-457200">
              <a:buAutoNum type="arabicPeriod"/>
            </a:pPr>
            <a:r>
              <a:rPr lang="en-US" dirty="0"/>
              <a:t>Least cost is from 5 to 1, (2)</a:t>
            </a:r>
          </a:p>
          <a:p>
            <a:pPr marL="457200" indent="-457200">
              <a:buAutoNum type="arabicPeriod"/>
            </a:pPr>
            <a:r>
              <a:rPr lang="en-US" dirty="0"/>
              <a:t>Least cost is from 5 to 4, (3)</a:t>
            </a:r>
          </a:p>
          <a:p>
            <a:pPr marL="457200" indent="-457200">
              <a:buAutoNum type="arabicPeriod"/>
            </a:pPr>
            <a:r>
              <a:rPr lang="en-US" dirty="0"/>
              <a:t>Least cost is from 1 to 3, (5)</a:t>
            </a:r>
          </a:p>
          <a:p>
            <a:pPr marL="457200" indent="-457200">
              <a:buAutoNum type="arabicPeriod"/>
            </a:pPr>
            <a:r>
              <a:rPr lang="en-US" dirty="0"/>
              <a:t>Min Spanning tree complete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>
            <a:extLst>
              <a:ext uri="{FF2B5EF4-FFF2-40B4-BE49-F238E27FC236}">
                <a16:creationId xmlns:a16="http://schemas.microsoft.com/office/drawing/2014/main" id="{00A92C8E-6175-4482-94F6-9AEE58F15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6348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800" dirty="0"/>
              <a:t>7.  Find the minimal spanning tree using Kruskal’s algorithm.</a:t>
            </a:r>
          </a:p>
          <a:p>
            <a:pPr eaLnBrk="1" hangingPunct="1">
              <a:defRPr/>
            </a:pPr>
            <a:r>
              <a:rPr lang="en-US" sz="1800" dirty="0"/>
              <a:t>Show the weights in order and the steps.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E71DD7EA-C580-43B3-BC05-FA24AC85E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4800600"/>
            <a:ext cx="257175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 dirty="0"/>
          </a:p>
        </p:txBody>
      </p:sp>
      <p:sp>
        <p:nvSpPr>
          <p:cNvPr id="3076" name="Rectangle 5">
            <a:extLst>
              <a:ext uri="{FF2B5EF4-FFF2-40B4-BE49-F238E27FC236}">
                <a16:creationId xmlns:a16="http://schemas.microsoft.com/office/drawing/2014/main" id="{5A054E60-1451-4BFE-A023-A4DF0B7F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2228850" cy="2171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 dirty="0"/>
          </a:p>
        </p:txBody>
      </p:sp>
      <p:sp>
        <p:nvSpPr>
          <p:cNvPr id="3078" name="Rectangle 7">
            <a:extLst>
              <a:ext uri="{FF2B5EF4-FFF2-40B4-BE49-F238E27FC236}">
                <a16:creationId xmlns:a16="http://schemas.microsoft.com/office/drawing/2014/main" id="{2C2C5CBD-8904-410A-901D-4499337BD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743" y="4572000"/>
            <a:ext cx="24003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9" name="Rectangle 8">
            <a:extLst>
              <a:ext uri="{FF2B5EF4-FFF2-40B4-BE49-F238E27FC236}">
                <a16:creationId xmlns:a16="http://schemas.microsoft.com/office/drawing/2014/main" id="{4FDBE91F-B50C-4798-9349-2A662252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2743200"/>
            <a:ext cx="2343150" cy="171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080" name="Picture 5">
            <a:extLst>
              <a:ext uri="{FF2B5EF4-FFF2-40B4-BE49-F238E27FC236}">
                <a16:creationId xmlns:a16="http://schemas.microsoft.com/office/drawing/2014/main" id="{C44D3F9C-B06C-4D17-8564-DC283D6A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A45EED-DA4E-8083-19E1-EA42E1A2827F}"/>
              </a:ext>
            </a:extLst>
          </p:cNvPr>
          <p:cNvSpPr txBox="1"/>
          <p:nvPr/>
        </p:nvSpPr>
        <p:spPr>
          <a:xfrm>
            <a:off x="2208928" y="4077678"/>
            <a:ext cx="403629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dirty="0"/>
              <a:t>Minimum is 2 to 5, (1)</a:t>
            </a:r>
          </a:p>
          <a:p>
            <a:pPr marL="457200" indent="-457200">
              <a:buAutoNum type="arabicPeriod"/>
            </a:pPr>
            <a:r>
              <a:rPr lang="en-US" dirty="0"/>
              <a:t>Minimum is 5 to 1, (2)</a:t>
            </a:r>
          </a:p>
          <a:p>
            <a:pPr marL="457200" indent="-457200">
              <a:buAutoNum type="arabicPeriod"/>
            </a:pPr>
            <a:r>
              <a:rPr lang="en-US" dirty="0"/>
              <a:t>Minimum is 5 to 4, (3)</a:t>
            </a:r>
          </a:p>
          <a:p>
            <a:pPr marL="457200" indent="-457200">
              <a:buAutoNum type="arabicPeriod"/>
            </a:pPr>
            <a:r>
              <a:rPr lang="en-US" dirty="0"/>
              <a:t>Minimum is 0 to 2, (3)</a:t>
            </a:r>
          </a:p>
          <a:p>
            <a:pPr marL="457200" indent="-457200">
              <a:buAutoNum type="arabicPeriod"/>
            </a:pPr>
            <a:r>
              <a:rPr lang="en-US" dirty="0"/>
              <a:t>Minimum is 1 to 3, (5)</a:t>
            </a:r>
          </a:p>
          <a:p>
            <a:pPr marL="457200" indent="-457200">
              <a:buAutoNum type="arabicPeriod"/>
            </a:pPr>
            <a:r>
              <a:rPr lang="en-US" dirty="0"/>
              <a:t>Min Span Tree is complete,</a:t>
            </a:r>
          </a:p>
          <a:p>
            <a:r>
              <a:rPr lang="en-US" dirty="0"/>
              <a:t>Every other edge forms a 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08">
            <a:extLst>
              <a:ext uri="{FF2B5EF4-FFF2-40B4-BE49-F238E27FC236}">
                <a16:creationId xmlns:a16="http://schemas.microsoft.com/office/drawing/2014/main" id="{8C139698-8935-4237-9D08-07DB6B3B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5715000" cy="3564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5">
            <a:extLst>
              <a:ext uri="{FF2B5EF4-FFF2-40B4-BE49-F238E27FC236}">
                <a16:creationId xmlns:a16="http://schemas.microsoft.com/office/drawing/2014/main" id="{8D0E32BB-9F2D-4736-AA1F-A3FD6F87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552273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8.  Find the minimal spanning tree using the algorithm you prefer.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Minneapolis/St. Paul as the source vertex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2F3F17-B4F6-7E90-9A8B-8B1D65DF0471}"/>
              </a:ext>
            </a:extLst>
          </p:cNvPr>
          <p:cNvSpPr txBox="1"/>
          <p:nvPr/>
        </p:nvSpPr>
        <p:spPr>
          <a:xfrm>
            <a:off x="1371600" y="5638800"/>
            <a:ext cx="422384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Prims:</a:t>
            </a:r>
          </a:p>
          <a:p>
            <a:pPr marL="457200" indent="-457200">
              <a:buAutoNum type="arabicPeriod"/>
            </a:pPr>
            <a:r>
              <a:rPr lang="en-US" dirty="0"/>
              <a:t>St. Paul and Des Moines</a:t>
            </a:r>
          </a:p>
          <a:p>
            <a:pPr marL="457200" indent="-457200">
              <a:buAutoNum type="arabicPeriod"/>
            </a:pPr>
            <a:r>
              <a:rPr lang="en-US" dirty="0"/>
              <a:t>St. Paul and Madison</a:t>
            </a:r>
          </a:p>
          <a:p>
            <a:pPr marL="457200" indent="-457200">
              <a:buAutoNum type="arabicPeriod"/>
            </a:pPr>
            <a:r>
              <a:rPr lang="en-US" dirty="0"/>
              <a:t>Madison and Milwaukee</a:t>
            </a:r>
          </a:p>
          <a:p>
            <a:pPr marL="457200" indent="-457200">
              <a:buAutoNum type="arabicPeriod"/>
            </a:pPr>
            <a:r>
              <a:rPr lang="en-US" dirty="0"/>
              <a:t>Milwaukee and Chicago</a:t>
            </a:r>
          </a:p>
          <a:p>
            <a:pPr marL="457200" indent="-457200">
              <a:buAutoNum type="arabicPeriod"/>
            </a:pPr>
            <a:r>
              <a:rPr lang="en-US" dirty="0"/>
              <a:t>Chicago and St. Louis</a:t>
            </a:r>
          </a:p>
          <a:p>
            <a:pPr marL="457200" indent="-457200">
              <a:buAutoNum type="arabicPeriod"/>
            </a:pPr>
            <a:r>
              <a:rPr lang="en-US" dirty="0"/>
              <a:t>Chicago and Detroit</a:t>
            </a:r>
          </a:p>
          <a:p>
            <a:pPr marL="457200" indent="-457200">
              <a:buAutoNum type="arabicPeriod"/>
            </a:pPr>
            <a:r>
              <a:rPr lang="en-US" dirty="0"/>
              <a:t>Min Spanning Tree complete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>
            <a:extLst>
              <a:ext uri="{FF2B5EF4-FFF2-40B4-BE49-F238E27FC236}">
                <a16:creationId xmlns:a16="http://schemas.microsoft.com/office/drawing/2014/main" id="{80443669-B4DB-4504-ACF5-BCC233134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5800"/>
            <a:ext cx="613821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9. List the nodes of the graph in a breadth first topological ordering.  Show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     steps using arrays predCount, topologicalOrder and a queue</a:t>
            </a:r>
          </a:p>
        </p:txBody>
      </p:sp>
      <p:sp>
        <p:nvSpPr>
          <p:cNvPr id="5127" name="Rectangle 10">
            <a:extLst>
              <a:ext uri="{FF2B5EF4-FFF2-40B4-BE49-F238E27FC236}">
                <a16:creationId xmlns:a16="http://schemas.microsoft.com/office/drawing/2014/main" id="{C6B0D4E7-088E-4AFF-8702-57CBB2E7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4800"/>
            <a:ext cx="257175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AFEBF-6A63-4870-9BDF-00EB301F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3962400" cy="2492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1A5A0B-1350-635B-80BC-229BBA57E3A1}"/>
              </a:ext>
            </a:extLst>
          </p:cNvPr>
          <p:cNvSpPr txBox="1"/>
          <p:nvPr/>
        </p:nvSpPr>
        <p:spPr>
          <a:xfrm>
            <a:off x="152400" y="2971800"/>
            <a:ext cx="226215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→ 1, 5 </a:t>
            </a:r>
          </a:p>
          <a:p>
            <a:r>
              <a:rPr lang="en-US" dirty="0"/>
              <a:t>1 → 2, 3, 4, 5, 6 </a:t>
            </a:r>
          </a:p>
          <a:p>
            <a:r>
              <a:rPr lang="en-US" dirty="0"/>
              <a:t>2 → 4 </a:t>
            </a:r>
          </a:p>
          <a:p>
            <a:r>
              <a:rPr lang="en-US" dirty="0"/>
              <a:t>4 → 3 </a:t>
            </a:r>
          </a:p>
          <a:p>
            <a:r>
              <a:rPr lang="en-US" dirty="0"/>
              <a:t>5 → 8 </a:t>
            </a:r>
          </a:p>
          <a:p>
            <a:r>
              <a:rPr lang="en-US" dirty="0"/>
              <a:t>6 → 3, 8 </a:t>
            </a:r>
          </a:p>
          <a:p>
            <a:r>
              <a:rPr lang="en-US" dirty="0"/>
              <a:t>7 → 4, 6, 9 </a:t>
            </a:r>
          </a:p>
          <a:p>
            <a:r>
              <a:rPr lang="en-US" dirty="0"/>
              <a:t>8 → 9: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5510B-ADC2-5283-653E-3F6C12EB98BA}"/>
              </a:ext>
            </a:extLst>
          </p:cNvPr>
          <p:cNvSpPr txBox="1"/>
          <p:nvPr/>
        </p:nvSpPr>
        <p:spPr>
          <a:xfrm>
            <a:off x="4953000" y="25146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CCAA770-C150-07BF-929A-0FC9263E8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897266"/>
              </p:ext>
            </p:extLst>
          </p:nvPr>
        </p:nvGraphicFramePr>
        <p:xfrm>
          <a:off x="3812720" y="3752838"/>
          <a:ext cx="2752726" cy="4023360"/>
        </p:xfrm>
        <a:graphic>
          <a:graphicData uri="http://schemas.openxmlformats.org/drawingml/2006/table">
            <a:tbl>
              <a:tblPr/>
              <a:tblGrid>
                <a:gridCol w="1376363">
                  <a:extLst>
                    <a:ext uri="{9D8B030D-6E8A-4147-A177-3AD203B41FA5}">
                      <a16:colId xmlns:a16="http://schemas.microsoft.com/office/drawing/2014/main" val="3404279392"/>
                    </a:ext>
                  </a:extLst>
                </a:gridCol>
                <a:gridCol w="1376363">
                  <a:extLst>
                    <a:ext uri="{9D8B030D-6E8A-4147-A177-3AD203B41FA5}">
                      <a16:colId xmlns:a16="http://schemas.microsoft.com/office/drawing/2014/main" val="575033094"/>
                    </a:ext>
                  </a:extLst>
                </a:gridCol>
              </a:tblGrid>
              <a:tr h="312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predCount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129154"/>
                  </a:ext>
                </a:extLst>
              </a:tr>
              <a:tr h="312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221601"/>
                  </a:ext>
                </a:extLst>
              </a:tr>
              <a:tr h="312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126674"/>
                  </a:ext>
                </a:extLst>
              </a:tr>
              <a:tr h="312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582792"/>
                  </a:ext>
                </a:extLst>
              </a:tr>
              <a:tr h="312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913884"/>
                  </a:ext>
                </a:extLst>
              </a:tr>
              <a:tr h="312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075841"/>
                  </a:ext>
                </a:extLst>
              </a:tr>
              <a:tr h="312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581506"/>
                  </a:ext>
                </a:extLst>
              </a:tr>
              <a:tr h="312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398629"/>
                  </a:ext>
                </a:extLst>
              </a:tr>
              <a:tr h="312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552458"/>
                  </a:ext>
                </a:extLst>
              </a:tr>
              <a:tr h="312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051332"/>
                  </a:ext>
                </a:extLst>
              </a:tr>
              <a:tr h="312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4030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76BBEEC-AC78-47A9-FE82-871999EEFD59}"/>
              </a:ext>
            </a:extLst>
          </p:cNvPr>
          <p:cNvSpPr txBox="1"/>
          <p:nvPr/>
        </p:nvSpPr>
        <p:spPr>
          <a:xfrm>
            <a:off x="292554" y="5805532"/>
            <a:ext cx="3657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000" dirty="0"/>
              <a:t>Queue = [0, 7], remove 0, Topological Order = [0], update: 1 → 0, 5 → 1, Queue = [7, 1] </a:t>
            </a:r>
          </a:p>
          <a:p>
            <a:pPr marL="228600" indent="-228600">
              <a:buAutoNum type="arabicPeriod"/>
            </a:pPr>
            <a:r>
              <a:rPr lang="en-US" sz="1000" dirty="0"/>
              <a:t>Queue = [7, 1], remove 7, Topological Order = [0, 7], update: 4 → 2, 6 → 1, 9 → 1, Queue = [1] </a:t>
            </a:r>
          </a:p>
          <a:p>
            <a:pPr marL="228600" indent="-228600">
              <a:buAutoNum type="arabicPeriod"/>
            </a:pPr>
            <a:r>
              <a:rPr lang="en-US" sz="1000" dirty="0"/>
              <a:t>Queue = [1], remove 1, Topological Order = [0, 7, 1], update: 2 → 0, 3 → 2, 4 → 1, 5 → 0, 6 → 0, Queue = [2, 5, 6] </a:t>
            </a:r>
          </a:p>
          <a:p>
            <a:pPr marL="228600" indent="-228600">
              <a:buAutoNum type="arabicPeriod"/>
            </a:pPr>
            <a:r>
              <a:rPr lang="en-US" sz="1000" dirty="0"/>
              <a:t>Queue = [2, 5, 6], remove 2, Topological Order = [0, 7, 1, 2], update: 4 → 0, Queue = [5, 6, 4] </a:t>
            </a:r>
          </a:p>
          <a:p>
            <a:pPr marL="228600" indent="-228600">
              <a:buAutoNum type="arabicPeriod"/>
            </a:pPr>
            <a:r>
              <a:rPr lang="en-US" sz="1000" dirty="0"/>
              <a:t>Queue = [5, 6, 4], remove 5, Topological Order = [0, 7, 1, 2, 5], update: 8 → 1, Queue = [6, 4] </a:t>
            </a:r>
          </a:p>
          <a:p>
            <a:pPr marL="228600" indent="-228600">
              <a:buAutoNum type="arabicPeriod"/>
            </a:pPr>
            <a:r>
              <a:rPr lang="en-US" sz="1000" dirty="0"/>
              <a:t>Queue = [6, 4], remove 6, Topological Order = [0, 7, 1, 2, 5, 6], update: 3 → 1, 8 → 0, Queue = [4, 8] </a:t>
            </a:r>
          </a:p>
          <a:p>
            <a:pPr marL="228600" indent="-228600">
              <a:buAutoNum type="arabicPeriod"/>
            </a:pPr>
            <a:r>
              <a:rPr lang="en-US" sz="1000" dirty="0"/>
              <a:t>Queue = [4, 8], remove 4, Topological Order = [0, 7, 1, 2, 5, 6, 4], update: 3 → 0, Queue = [8, 3] </a:t>
            </a:r>
          </a:p>
          <a:p>
            <a:pPr marL="228600" indent="-228600">
              <a:buAutoNum type="arabicPeriod"/>
            </a:pPr>
            <a:r>
              <a:rPr lang="en-US" sz="1000" dirty="0"/>
              <a:t>Queue = [8, 3], remove 8, Topological Order = [0, 7, 1, 2, 5, 6, 4, 8], update: 9 → 0, Queue = [3, 9] </a:t>
            </a:r>
          </a:p>
          <a:p>
            <a:pPr marL="228600" indent="-228600">
              <a:buAutoNum type="arabicPeriod"/>
            </a:pPr>
            <a:r>
              <a:rPr lang="en-US" sz="1000" dirty="0"/>
              <a:t>Queue = [3, 9], remove 3, Topological Order = [0, 7, 1, 2, 5, 6, 4, 8, 3], Queue = [9] </a:t>
            </a:r>
          </a:p>
          <a:p>
            <a:pPr marL="228600" indent="-228600">
              <a:buAutoNum type="arabicPeriod"/>
            </a:pPr>
            <a:r>
              <a:rPr lang="en-US" sz="1000" dirty="0"/>
              <a:t>Queue = [9], remove 9, Topological Order = [0, 7, 1, 2, 5, 6, 4, 8, 3, 9], Queue = []</a:t>
            </a:r>
          </a:p>
          <a:p>
            <a:pPr marL="228600" indent="-228600">
              <a:buAutoNum type="arabicPeriod"/>
            </a:pP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B277B8-2DDF-709E-004B-4814FB7C7512}"/>
              </a:ext>
            </a:extLst>
          </p:cNvPr>
          <p:cNvSpPr txBox="1"/>
          <p:nvPr/>
        </p:nvSpPr>
        <p:spPr>
          <a:xfrm>
            <a:off x="4217101" y="7898860"/>
            <a:ext cx="2531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topologicalOrder</a:t>
            </a:r>
            <a:r>
              <a:rPr lang="en-US" sz="1800" dirty="0"/>
              <a:t> =</a:t>
            </a:r>
          </a:p>
          <a:p>
            <a:r>
              <a:rPr lang="en-US" sz="1800" dirty="0"/>
              <a:t>[0, 7, 1, 2, 5, 6, 4, 8, 3, 9]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08">
            <a:extLst>
              <a:ext uri="{FF2B5EF4-FFF2-40B4-BE49-F238E27FC236}">
                <a16:creationId xmlns:a16="http://schemas.microsoft.com/office/drawing/2014/main" id="{9FE784F9-D9A7-4F7B-AD49-6C3E9EEF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5715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5">
            <a:extLst>
              <a:ext uri="{FF2B5EF4-FFF2-40B4-BE49-F238E27FC236}">
                <a16:creationId xmlns:a16="http://schemas.microsoft.com/office/drawing/2014/main" id="{FF2496EF-C9B8-49EF-A543-7502752AC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541686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10. List the nodes of the graph in a breadth first topological ordering.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46003D-28A1-64D4-3F9D-A15414855252}"/>
              </a:ext>
            </a:extLst>
          </p:cNvPr>
          <p:cNvSpPr txBox="1"/>
          <p:nvPr/>
        </p:nvSpPr>
        <p:spPr>
          <a:xfrm>
            <a:off x="228601" y="3886200"/>
            <a:ext cx="6019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Discrete Math, Programming 1, Programming 2, Computer Organization, Algorithms, High-Level Languages, Operating Systems, Theory of Computation, Senior Seminar, Operating Systems, End, Compilers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1203</Words>
  <Application>Microsoft Office PowerPoint</Application>
  <PresentationFormat>On-screen Show (4:3)</PresentationFormat>
  <Paragraphs>118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Times New Roman</vt:lpstr>
      <vt:lpstr>Default Design</vt:lpstr>
      <vt:lpstr>Microsoft Word 97 - 2003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Huaylinos, Paul</cp:lastModifiedBy>
  <cp:revision>16</cp:revision>
  <cp:lastPrinted>2018-11-12T14:09:18Z</cp:lastPrinted>
  <dcterms:created xsi:type="dcterms:W3CDTF">2003-11-20T06:12:01Z</dcterms:created>
  <dcterms:modified xsi:type="dcterms:W3CDTF">2026-05-12T03:14:55Z</dcterms:modified>
</cp:coreProperties>
</file>