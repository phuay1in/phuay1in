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0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769920" cy="2362185"/>
            <a:chOff x="5853253" y="1746270"/>
            <a:chExt cx="769920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27" y="1753437"/>
              <a:ext cx="534646" cy="2292347"/>
              <a:chOff x="5427641" y="1844409"/>
              <a:chExt cx="535267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[53,13]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535265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[174,24]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535265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[109,49]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34676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                        1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39052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138                             1                           1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38779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109                              4                        1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37753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49                               4                            2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37240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174                            2                               1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35702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2                          1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256</Words>
  <Application>Microsoft Office PowerPoint</Application>
  <PresentationFormat>On-screen Show (4:3)</PresentationFormat>
  <Paragraphs>79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Huaylinos, Paul</cp:lastModifiedBy>
  <cp:revision>58</cp:revision>
  <cp:lastPrinted>2015-10-07T21:36:22Z</cp:lastPrinted>
  <dcterms:created xsi:type="dcterms:W3CDTF">2003-12-08T11:02:30Z</dcterms:created>
  <dcterms:modified xsi:type="dcterms:W3CDTF">2026-03-13T21:39:11Z</dcterms:modified>
</cp:coreProperties>
</file>